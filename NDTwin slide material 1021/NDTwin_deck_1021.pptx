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「老師上次問：開發者為什麼要用 NDTwin？今天整份報告就回答這一題，做法是拿 NDTwin 和 15 個現有工具逐項比。」
- 「三種開發者：寫網路控制 app 的、寫 P4 程式的、網管。每一種挑 8 件他們真的要做的事，每一格都附出處。」
- 「我們沒有修飾：NDTwin 自己的缺陷在表上用 ⚠ 標出來，後面三頁按『會不會讓開發者放棄』排序列出真正的問題和修法。」
- 證據分兩類：讀文件與程式碼（READ，第 2–9、15–19 頁）、實際跑過（RAN，第 10–14 頁，實作對照）。兩類不混在同一張表。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🟠「NDTwin 的核心是一個 C++ kernel，對 app 開的是一個 REST API（port 8000），對下接三種資料平面之一：Mininet 裡的 OVS、Mininet 裡的 bmv2、實體交換機。一次只能接一種，混用會被拒絕。」
  出處：K/src/ndt_core/event_handling/ControllerAndOtherEventHandler.cpp:100（port 8000）；K/src/ndt_core/collection/TopologyAndFlowMonitor.cpp:3425-3427（混用平面拒絕）。
- OVS 與實體交換機經由 NDTwin 自己的 Ryu app 走 OpenFlow 1.3（K/intelligent_router.py:617-618）；bmv2 經由 P4 proxy 走 P4Runtime（K/p4_proxy/proxy_agent/main.py:2466 port 8081、p4_client.py:5,8）。kernel 對 proxy 講的是和 Ryu 同形的 REST，所以上層 app 不必知道底下是哪一種。
- 遙測一律進 kernel 的 sFlow 收集器（UDP 6343，K/include/ndt_core/collection/FlowLinkUsageCollector.hpp:33）：OVS 是交換機自己的 sFlow 1/256；bmv2 是 proxy 合成的 sFlow（K/p4_proxy/proxy_agent/sflow_emitter.py:1），外來程式走 tc 取樣（K/p4_proxy/mininet/psample_sflow_emitter.py:6）。
- 灰色方塊是 kernel 以外的元件（TE app、節能 app 與它的模擬器、模擬平台管理、Web GUI、狀態錄製、流量視覺化、流量產生器）。多數透過 REST 和 kernel 溝通；兩個例外：模擬案例經 NFS 交給模擬平台（Simulation-Platform-Manager@b7efd93 app.cpp:286），OVS fabric 由流量產生器的 testbed_topo.py 直接建（Network-Traffic-Generator@6e3f388 testbed_topo.py:39-48）。各自出處在 architecture.txt。
- 實體網路那一塊是虛線：程式寫了（HPE5520、Brocade ICX6610／ICX7250，K/include/common_types/GraphTypes.hpp:140-144），但沒有跑過的紀錄：kernel 樹裡沒有任何硬體執行 log；K/doc/2026-01-02_ndt_api.md:1598-1599 那句「has not been exercised」只講實體電源那個分支。
- 和 827 那張的差別：拿掉「Local LLM (fine-tuning)」與「AI/ML 推論 app」兩格，因為程式碼裡沒有（src/、include/ 沒有本機模型或 fine-tuning 的程式；唯一的 LLM 呼叫是 OpenAI，K/src/ndt_core/intent_translator/LLMAgent.cpp:138）；「Data cache manager」改名為實際模組名 Historical data manager。
- ❌ 不說「NDTwin 和你的正式網路即時同步」。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三種開發者與 24 件事的定義在 research/ROWS.json（「personas」）。每一格的判定只有四種：● 內建（設定即可，不寫程式）、◐ 自己做（要寫程式或接別的工具）、○ 不支援或超出範圍、? 公開文件沒寫。
- 15 個對照工具的挑法：每一種開發者今天最可能拿來用的組合。商用的三個（Forward Networks、Cisco Modeling Labs、IP Fabric）只看得到廠商公開資料；學術的兩個（RouteNet-Fermi、IRTF 的 network digital twin 架構草案）只看得到論文或草案本身。
- 「Mininet+Ryu」那一欄是「自己組裝」的基準：一個開發者不用 NDTwin、自己拼起來會有什麼。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位置規則只有一條，套用到全部 16 個工具，寫在 figures_spec/landscape.tsv 開頭：x＝M maturity.M6 說的 fidelity 類別；y＝和「工具自己沒有建、也沒有控制的網路」的連結——有文件化的功能持續吸收那種網路的狀態＝stays synced live；吸收從那種網路收來的某一時刻設定或狀態＝imports snapshots；只模擬自己建的、或自己當 controller 的網路＝none（NetBox 這類清冊匯入的拓樸算「自己建」）。有 O1 格的工具看 O1 的 note／scope；沒有 O1 格的八個（app 與 P4 兩頁的工具）看 M6 的 note 加 A8／P8。每個工具只畫一個點，就是矩陣那一欄所指的組合；硬體路徑（不管寫了還是有文件）一律不畫。逐列理由與出處在 landscape.tsv。
- 讀法：越右邊，模型越接近真實封包；越上面，和一個不歸它管的網路連得越緊。大多數開發工具都在「封包級模擬、none」那一格，NDTwin 也在；Batfish（開源）與商用的 Forward、IP Fabric 在左中——它們吸收從別人的網路收來的設定與狀態快照，不跑封包；sFlow-RT 在右上——它不建模型，只即時量測不歸它管的設備；RouteNet-Fermi 是 ML 模型、不接網路。
- NDTwin：twin 狀態是即時同步的，但同步的對象是它自己建、自己控制的 Mininet fabric（O1 要它自己的 Ryu app 當 controller，M ops.O1 NDTwin scope），所以照規則和 ONOS+Mininet 在同一列——ONOS+Mininet 也即時看它控制的 fabric（M app.A1、A3 ●）。「none」指的是和外部網路的連結，不是說沒有即時狀態。實體交換機路徑不畫（程式寫了、沒有跑過的紀錄，P02 與 P16 已揭露）；其他工具的硬體路徑也都不畫。附帶的 what-if 是 flow-level（max-min），所以有一條虛線往左拉到 flow-level。
- 不確定的位置（8 個，landscape.tsv 的 unsure 欄）：ns-3（x 軸沒有「封包級 simulation」這一格，畫在 emulation 格的左緣、換一種記號）、sFlow-RT（只量測、不建模型）、ONOS 兩組（x 取決於底下的資料平面；接實體交換機時 x 是 real devices，y 仍是 none，因為它就是 controller）、CML（NetBox 匯入只帶拓樸，算不上快照）、Forward 與 IP Fabric（規則沒有定快照的頻率；Forward 的連續快照、IP Fabric 的排程快照也可以讀成「持續吸收狀態」）、IRTF 草案（是框架草案，不是軟體，畫成一條帶子）。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全表讀自 M（competitor 讀公開文件，NDTwin 讀 trunk 2ece656c 的程式碼與文件）。每格的一句說明、出處網址或 path:line 在 M 的 note／source。
- 數字：NDTwin 8 列裡 7 個 ●，最多；但其中 6 個帶 ⚠ 或 ◌——乾淨的 ● 只有 A5（故意弄斷一條 link）。ONOS+Mininet 6 個 ●、0 旗標；Mininet+Ryu 4 個。
- 旗標的意思：⚠＝那條路上有一個還開著的已知缺陷；◌＝在宣稱的那個目標上沒有任何跑過的紀錄（多半是實體交換機）。
  - A2 ⚠：每秒不到約 22 個封包的流，在預設 3 秒視窗裡有一半時間看不到（KNOWN-ISSUES「B-x 的反向」；K/include/ndt_core/collection/FlowLinkUsageCollector.hpp:91）。
  - A3 ⚠：遙測停了的時候利用率回 0，而不是「不知道」（KNOWN-ISSUES C-9、B-17）。
  - A4 ⚠：bmv2 表滿、或帶 priority 的刪除失敗，HTTP 仍回 200（C-6、C-7）；proxy 重啟後，bring-up 以來 app 新增或刪除的規則消失（bring-up 路由會重算回來；A-4c）。
  - A7 ●⚠：同一組 endpoint 兩個平面都在，但 P4（附帶的 ndtwin_switch.p4）上 group／meter 回 501（K/src/ndt_core/routing_management/P4RoutingStrategy.cpp:27-33），ECMP 的 TE app 只能跑 OpenFlow；⚠ 來自 C-6／C-7 這兩個只在 P4 發生的靜默失敗。
  - A7 的 ONOS+Mininet ● 和 NDTwin ● 用同一個基準一起判：各自附帶的 P4 pipeline 上，app 不改就跑（ONOS 附帶 bmv2 的 basic pipeconf，fwd、LLDP、host app 不改；M app.A7 ONOS note）。換別的 P4 程式，ONOS 要寫 pipeconf。若標準改成「每個附帶的 app 都能移植」，兩格一起降為 ◐，不只動一格。
  - ◌（A1–A4、A8）：實體交換機模式程式寫了，沒有跑過的紀錄（kernel 樹裡沒有硬體執行 log；K/doc/2026-01-02_ndt_api.md:1598 那句只講電源分支）。
- A5：NDTwin 在 Mininet 上用 tc netem 真的切斷一條 link（K/src/ndt_core/http/HttpSession.cpp:20,282），但**沒有事件推送**，app 要自己 poll。bmv2 上的偵測：鏈路在最後一個 LLDP beacon 之後 15 秒判斷為斷（每個 beacon 重設時間，K/p4_proxy/proxy_agent/topology_manager.py:1680；比較在 :2026；每 5 秒檢查一次，:422），也就是切斷後約 10–20 秒；KNOWN-ISSUES D-2 實測的 10.7–14 秒在這個範圍內。
- A6：大家都是 ◐。NDTwin 的 kernel 會把案例轉給外掛的模擬器，但唯一附帶的模擬器只模擬「關掉哪些交換機」；其他 what-if 要自己寫模擬器（M app.A6）。
- 公平性（規則 9）：⚠ 只出現在 NDTwin，因為我們看得到 NDTwin 自己的缺陷清單、看不到別人的；別人的格子講的是文件上有沒有這個功能，不是它做得好不好。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這一頁 NDTwin 是最弱的一欄：2 個 ●（P2、P7）、5 個 ◐、1 個 ○（P8）；三個對照組各有 3–4 個 ●。我們照實講。
- P1 ◐：自己的 .p4 經由 `tools/p4_exercise/convert.py` 打包（K/tools/p4_exercise/convert.py:1），再用實驗室的 `ndt up p4 --app` 起來：它寫入 proxy 讀的 knob 檔 app_package_override（K/tools/test_workflow/ndt:1602,1642；K/p4_proxy/mininet/app_package.py:56），kernel 樹裡沒有別的寫入者（problems 第 1 名）；13 支 P4 tutorial exercise 在 NDTwin fabric 上跑起來（M p4.P1 note）。只支援 exact／lpm 表項。
- P3 ◐⚠◌：`POST /p4/table_entry` 依表名寫 exact／lpm；ternary／range／optional 回 501（K/p4_proxy/proxy_agent/api_routes.py:880）；proxy 重啟表項就消失（api_routes.py:841、KNOWN-ISSUES A-4c）；執行期呼叫沒有跑過的紀錄（◌）。
- P4 ◐：LLDP 鏈路發現只對 NDTwin 自己的 ndtwin_switch.p4 有效；別的程式要嘛宣告鏈路（沒有斷線偵測），要嘛用 root 的心跳 helper（K/doc/2026-01-02_ndt_api.md:627；K/p4_proxy/proxy_agent/link_heartbeat.py:52-54）。
- P5 ◐◌：外來程式在 Mininet 上用 tc 取樣換算成 sFlow，不用改 .p4（K/p4_proxy/mininet/app_package.py:481）；每條鏈路的使用量在 13 支裡 10 支驗過，**每條流**的視圖在外來程式上沒驗過（◌）。
- P6 ◐：和三個對照組同一個基準——它們的 ◐ 是因為 P4Testgen 是常見的外掛；NDTwin 已經在跑 p4testgen，但只拿來檢查自己 pipeline 的覆蓋率（K/tools/test_workflow/p4_coverage_gate.sh:1），沒有替使用者的程式產生測試，要自己接。
- P8 ○：沒有硬體 P4 目標，只有 bmv2 v1model（K/README.md:5；K/p4_proxy/p4_src/SPEC.md:6-7；K/p4_proxy/p4_src/ndtwin_switch.p4:32）。
- ONOS+Stratum P8 ●：Stratum 支援 Tofino／Tomahawk，但 M 的 scope 註明 Tofino 已停產、Stratum 最後一次 release 是 2022-06-30。
- 公平性同 P05。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NDTwin 5 個 ●，5 個都帶旗標。O1 是這一列唯一的 ●（鏡像的是它自己控制的 fabric，見下）；O6 沒有其他 ●，但商用三家是 ?（公開資料沒寫，不等於沒有）。
- O1 ●⚠◌：kernel 輪詢 Ryu／proxy 與 sFlow 來鏡像；前提是 NDTwin 自己的 Ryu app 在控制那個網路、拓樸檔事先宣告（K/intelligent_router.py:617；K/src/ndt_core/collection/TopologyAndFlowMonitor.cpp:2373：拓樸檔沒有的交換機只印 WARN、被忽略）。⚠ 同 A2／A3；◌：沒有實體交換機的執行紀錄。
- O2 ○：NDTwin 沒有設定模型，沒有 ACL／可達性檢查——這是 Batfish、Forward、IP Fabric 的主場。
- O3 ◐：附帶的模擬器只吃「要關掉哪些交換機」，不吃「拿掉哪條鏈路」；它的預測和實測的比較沒有紀錄（kernel 與 Energy-Saving-App 的樹裡都找不到；Energy-Saving-App@9facb78 src/sim/energy_saving_simulator.cpp:467；M ops.O3 scope）。沒有一個工具在這格是 ●。
- O5 ●⚠：Mininet 上可以切 link、關交換機；但 OVS 上「關再開」會讓那台交換機底下所有主機永久斷線，而四種健康檢查全綠（KNOWN-ISSUES B-9）。「副本」是你用拓樸檔建的 Mininet fabric，不是自動複製的正式網路；OVS 的副本還是寫死的 10 台交換機（Network-Traffic-Generator@6e3f388 testbed_topo.py:39-48）。IP Fabric 的 ● 是廠商說法：MCP 示範頁說它在模型上模擬一次 gateway 故障；產品文件只看得到單點故障標示（M ops.O5 IP Fabric note）。
- O6 ●⚠◌：Energy-Saving-App 會在模擬檢查後關掉低負載交換機；Mininet 上的功率讀數是由 dpid 合成的；app 端的鎖 livelock 仍開著（KNOWN-ISSUES A-9）。
- O7 這一列只有一種讀法：一句自然語言的要求，改變這個工具所跑的網路（模擬的網路也算）。GNS3 ●（MCP 服務從自然語言建專案、節點、鏈路；3.1 是預發行版，表上腳註；NDTwin 的 P4 平面也還沒 release）、CML* ●（MCP 建 lab）；IP Fabric* ◐（MCP 只回答唯讀查詢，不動網路）、Forward* ◐（對模型問答與跑工作流程，GA 只是「預計」）。
- O7 ●⚠◌：`POST /ndt/intent_translator/text` 呼叫 OpenAI，預設關閉；開啟 AI 的執行沒有紀錄（測試 stack 一律以 --no-ai 啟動）；BLOCK_HOST 沒裝任何東西也回 success（KNOWN-ISSUES A-4g；K/src/ndt_core/intent_translator/IntentTranslator.cpp:809）。NDTwin 的 ● 也只在上面那個讀法下成立：它動的是自己控制的 Mininet fabric。
- O8 ●⚠◌：Network-State-Recorder 每 5 秒錄 graph 與 flow，Web-GUI／Visualizer 可以回放；但 recorder 遇到一次 connection refused 就永久停止、之後只產生空檔（K/doc/2026-08-14_cross-component-integration-matrix.md:147）；回放沒有跑過的紀錄（◌）。
- 公平性：商用三家（*）只根據廠商公開資料，它們的 ● 是廠商的說法；? 是「公開資料沒寫」，不等於沒有。學術兩個（†）只有論文或草案。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每格讀自 M 的 maturity 列；出處網址在 M 的 source／locator。日期是 2026-10-08 讀到的。
- NDTwin 的「latest release」：最後一個正式版 v1.0.0（2026-02）只有 OpenFlow（v1.0.0 沒有 p4_proxy/）；今天比較的 P4 平面是測試用快照、不是 release（K/README.md:8-10、:145-148）。
- NDTwin 的「scale」：10 台交換機、128 台主機、288 條有向邊，OVS 與 bmv2 兩個平面都量過（M maturity.M7）。
- 其他工具的「scale」：P4 tutorials VM 與 ONOS+Stratum 的格子是教學範例的拓樸（交換機數／主機數），不是上限，所以寫「not stated」。ONOS 的「100-400 switches」來自 ONOS 1.8 時代的測試報告，是搜尋摘要裡看到的，原頁沒有打開讀（M maturity.M7 ONOS note）。
- NDTwin 的「interface」：約 45 個 REST route、沒有認證、沒有 OpenAPI 規格、沒有推送（K/src/ndt_core/http/HttpSession.cpp:326-345）；P4 proxy 另有 REST :8081。sFlow-RT 同樣沒有內建的存取控制（M maturity.M9 sFlow-RT）。
- 標題用「self-hosted」不用「open-source」：這一頁有 sFlow-RT，它是 proprietary（免費下載）。
- 「install」欄的 NDTwin 前提：C++23、Boost 1.83+、Ryu 跑在 Python 3.8、需要 sudo（M maturity.M8）。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讀自 M 的 maturity 列，五個都只用公開資料：商用三家看 datasheet、文件與定價頁，學術兩個看論文（arXiv 2212.12070）與 IETF 草案 draft-irtf-nmrg-network-digital-twin-arch-13。
- 為什麼放進來：它們是「network digital twin」這個詞今天在業界與學界的代表。Forward 與 IP Fabric 把自己叫 digital twin，但它們是設定與狀態的模型，不跑封包；公開資料沒有寫流量與負載（M ops.O1 note）；IRTF 草案要求即時資料與 what-if，但沒有實作；RouteNet-Fermi 是預測延遲的神經網路模型。
- 數字的性質：Forward 的「thousands of devices」是廠商說法；CML 的 520 是 2.9 版部落格的數字；IP Fabric 的 20,000 是 sizing 文件的級距；Forward 25.6.0 是找到的最新公開 release note，可能有更新的。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拓樸（READ：讀檔，不是執行）：兩個臂用同一個 10 台交換機／4 台主機的接線（H/topology.tsv；兩個 JSON 模型與 ovs_4host_topo.py 的 16 條鏈路與埠一致，H/raw/helper_topo_vs_tsv.txt）。圖上的「搬移前／搬移後」是 NDTwin 那個 agent 開發時的一次執行紀錄（H/congestion/raw/agent_ndtwin_dev/evidence/ctl7.log 第 10 行），讀出來畫，不是這裡重跑的；DIY 的基本路由替同一對主機選的是另一條（s1-s6-s10-s7-s3，H/congestion/raw/agent_diy_dev/ryu.log 第 4 行）。
- 🟠 NDTwin 方塊寫的「base forwarding」：在 OVS 上是 NDTwin 自己的 Ryu app（K/intelligent_router.py）裝的，在 bmv2 上是 P4 proxy；NDTwin 臂的開發者一行都不用寫。
- 🟠 任務（H/congestion/TASK.txt，兩臂同一份）：任何一條交換機之間的鏈路、單一方向超過 40 Mbit/s 時，找出那條鏈路上最大的 TCP 流，搬到一條放得下的路徑，並且讓它留在那裡。只搬最大的那一條，不搬整對主機；任何主機對、任何方向、任何 port 都要能做。
- 🟠 判定（H/congestion/PREREG.txt §6、§7，兩個 app 都還不存在時寫定）：獨立的 checker 只讀 /sys 的 tx 計數器與接收端的 iperf3 JSON，不問 NDTwin、不問 Ryu。壅塞開始後 90 秒內解除、而且連續 120 秒保持，總送達 ≥95%、每條流 ≥90%，才算 PASS。每個臂×平面 5 次，變體 v1 v2 v3 v1 v2，每次都是全新的 fabric。判定用的變體沒有交給 agent（它們的 port／速率組合沒看過）；但兩個 agent 都自己測過 h2→h4，NDTwin 那個 agent 也測過 h3→h2（H/congestion/agents/*/NOTES.txt）。
- 🟠 兩臂差在哪（H/congestion/ARM_NDTWIN.txt、ARM_DIY.txt）：NDTwin 臂的 app 只能用 NDTwin 的 REST API（:8000），拓樸、基本轉送、流量視圖由 NDTwin 給；它在 OVS 上開發，同一個 app 目錄不改，再拿到 bmv2 上判定。DIY 臂的 app 本身就是原版 Ryu 4.34 的 OpenFlow 1.3 controller，連基本轉送都要自己寫，只有 OVS。
- INFERRED：為什麼是壅塞搬移、不是斷線後重新路由——NDTwin 自己就會繞過斷掉的鏈路（P13 左半），Ryu 附帶的 STP 範例也能讓 DIY 一行不寫就恢復（P13 左半）；failover 任務在兩側都不是「同一件工作」（H/PHASE0_NOTES.txt §4–5）。
- 🟠 DIY 臂也用實驗室的 helper 起 fabric（同一個 ovs_4host_topo.py），排除「DIY 的網路長得不一樣」。代價：helper 的 fabric 開著 sFlow（DIY 臂沒有人收）、DIY 臂另外把 bridge 釘在 OpenFlow 1.3，和 NDTwin 臂協商出同一版（H/PHASE0_NOTES.txt §6 第 1、2 點）。
- 公平性：DIY 臂沒有 P4 對應物，「同一個 app 不改就能跑 bmv2」只能問 NDTwin（P14）。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行數（RAN）：cloc 1.98（`cloc --quiet --csv`，只取 code 欄；空行、註解、Python docstring 不算）在兩個 app 的指定行範圍上跑出來的。檔案是判定時跑的那一份：controller.py sha256 8f861d3c、run.sh 4672a502、app.py 3a4f76c6（H/congestion/SCORECARD.txt 的身分行，這裡重算相同）。各列加總 574＋run.sh 4＝578、555，和整檔 cloc 相同，每一行只算一次。
- 🟠 列的切法（READ：我讀程式碼的歸類，不是執行的結果）；範圍列在這裡，任何人都可以重數。兩邊用同一個規則：埠名與埠號的對應算「topology and ports」，送出規則的 helper 算「rule install」。
  - NDTwin（H/congestion/agents/ndtwin_app/controller.py）：拓樸與埠 90–120、233–245（解析 GET /ndt/get_graph_data，含每條鏈路的埠）；每條流的速率與路徑 159–194、246–288、353–361（GET /ndt/get_detected_flow_data）；路徑備援 289–352（kernel 給的路徑不完整時，改從 GET /ndt/get_switch_openflow_table_entries 的基本規則推路徑）；鏈路負載 362–376；壅塞偵測 377–428；路徑計算 121–156、429–463；寫規則與確認 196–215、464–584（POST /ndt/install_flow_entries_modify_flow_entries_and_delete_flow_entries，再輪詢 GET /ndt/get_flow_dispatch_status?request_id=）；留在那裡 585–625；其餘 1–88、217–232、626–678。
  - DIY（H/congestion/agents/diy_app/app.py）：基本轉送 132–139、208–225、316–345、367–447（交換機上線、每對主機一條固定路徑、table-miss、ARP、packet-in）；拓樸與埠 33–44（從 topology.tsv 抄進程式）、64–90、226–291（從 OpenFlow port description 的埠名學埠號）、293–302；每條流速率 141–172、494–528；鏈路負載 470–493、529–552（OpenFlow port stats 的 tx_bytes）；壅塞偵測 585–615；路徑計算 92–130、553–584；寫規則 303–315（FlowMod helper _flow）、346–366（_exact_match、_install_exact：每條 TCP 連線一條精確的 5-tuple 規則，也是量速率用的計數器）、616–640（搬移）；其餘 1–32、45–63、174–207、448–469、641–664。DIY 的「留在那裡」是 _plan 不回到走過的路徑（app.py:565）加上搬過的流在 packet-in 時重裝（app.py:408–409），已算在路徑計算與基本轉送裡。
- 🟢 讀法（數字）：NDTwin 臂沒有寫基本轉送（DIY 123 行），拓樸與埠只要解析（40 對 96 行）；但整體 578 對 555，NDTwin 臂沒有比較小。
- INFERRED：NDTwin 臂多出來的，主要不是「每條流」那一列，而是另外兩處。一是路徑備援 289–352（58 行），10 次判定裡一次都沒有觸發（🟢 判定計入的 10 個 app log，epoch 1791442401–1791445864，裡沒有 "taken from the base rules"）。二是處理取樣雜訊的設定與偵測：controller.py:32–50 的常數（12 次平滑、均值減一個標準誤差、連續 5 次、42 Mbit/s 遲滯）與 377–428 的偵測。這些是那個 agent 選的做法；它在 NOTES 裡寫一條實際 33 Mbit/s 的流每秒讀到 22–46（H/congestion/agents/ndtwin_app/NOTES.txt）。NDTwin 北向的流量是 1/256 sFlow 取樣估計值；DIY 直接讀 OpenFlow 的精確計數器，鏈路負載只取 4 秒平均（app.py:46–51）。
- 🟠 寫入確認：NDTwin 臂每批寫入都查 dispatch status（controller.py:501–522）；DIY 臂不確認規則有沒有裝上（沒有 barrier，也沒有處理 OFPT_ERROR 的 handler，app.py:303–314），所以 DIY 那邊有沒有被拒，這次沒有測到。
- 公平性（PREREG §10，事先揭露）：DIY 要自己寫基本轉送，任務本來就比較大；DIY 可以抄 Ryu 附帶的範例，它沒有拉進任何其他 Ryu app（🟠 app.py 沒有 require_app，也沒有 ryu_args.txt）。
- n＝1：每臂一個 agent、一個 app；另一個 agent 可能寫出大小很不一樣的程式。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全表是 RAN，出處 H/congestion/SCORECARD.txt（kernel commits 9335b189、65b14f46）。量法與「什麼算 NDTwin 輸」都是兩個 app 還不存在時就寫好的：H/congestion/PREREG.txt §9、§11。四個事先登記的努力指標，NDTwin 全部輸。
- 🟢 LOC：`cloc --quiet --csv`（cloc 1.98，/usr/bin/cloc），code 欄加總，app/ 底下除了 NOTES.txt 與 log 全部算。NDTwin 820＝Python 814（controller.py 574＋app/dev/ 的 8 支開發工具 240）＋run.sh 4＋dev/ 兩個一行的 API 回應 JSON 2；DIY 736＝app.py 555＋test_offline.py 161＋analyze.py 20。這裡用交付時 app/ 的副本（H/congestion/raw/agent_ndtwin_dev/、agent_diy_dev/）重跑 cloc，得到同樣的 820 與 736。
- 🟢 一個不對稱：NDTwin 那 2 行 JSON 算進去了，DIY 在 app/runs/ 底下留的 iperf3 JSON（工作負載的輸出，當成 log）沒有算。拿掉 JSON 是 818 對 736，判定不變。只算交付程式的 578 對 555 不是事先登記的指標，只供參考；它也沒有反過來。
- 🟢 components：(a) 開發者要自己啟動的行程兩邊都是 1 個（NDTwin：run.sh；DIY：ryu-manager app.py，沒有拉其他 Ryu app）；(b) 依賴的服務：NDTwin 臂是 NDTwin 的 REST API，DIY 臂是原版 Ryu 4.34。事先規則：一樣多就算 NDTwin 輸。
- 🟢 agent 時間與工具呼叫：從每個 agent 自己的對話紀錄算。起點是第一個工具呼叫（05:49:18Z、07:58:26Z）；終點用 agent 自己報的完成時間（06:50:29Z、08:33:45Z）＝3671 s 對 2119 s，+73%。若改用交回結果那一個呼叫的時間（06:50:48Z、08:34:02Z），差距仍是 +73%。工具呼叫 101 對 46（對話紀錄裡各是 102、47，各多的一次是交回結果的呼叫，不算）。事先規則：差距小於 25% 才算「沒有差別」。workload.sh 各跑 16、14 次（只供參考）。
- 🟠 誰寫、順序（READ：對話紀錄與 SCORECARD）：兩個都是全新的 Claude Sonnet 5.5 subagent，effort 都是 xhigh，同一份 prompt 範本（kits/AGENT_PROMPT_TEMPLATE.txt），只拿到自己那一臂的 kit，預算各 3 小時。NDTwin 臂先寫，DIY 臂後寫；後寫的 agent 沒有看過先寫那個 agent 的程式，也沒有看過它的對話紀錄。
- 🟠 揭露：Claude Code 對每個 subagent 都會附上專案的 CLAUDE.md 與最上層的 memory 索引，所以兩個 agent 的 context 裡都有它們；對話紀錄稽核顯示兩邊都沒有打開 memory 檔，各自只讀了自己的 ARM 檔允許的東西（DIY 那個 agent 讀了原版 Ryu 的原始碼，ARM_DIY 允許這麼做）。揭露，沒有修正（SCORECARD）。
- n＝1：每一臂只有一個 agent，這些努力數字各是一次觀察，不是分布；agent 的表現每次會不同（PREREG §1、§10）。
- 對帳：第一次在 NDTwin 上量「寫一個 app 要花多少」，沒有先前的結果可以更新或推翻。
- ❌ 不說「用 NDTwin 寫 app 比較省事」——在這個任務上，量出來是相反的。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左半（RAN，H/controls.tsv，kernel commit dcff37b6；ping 原始紀錄在 H/raw/，已封存在 audit-raw 分支 ed24e5e5）：用 tc netem 把 h1→h3 主路徑上 s1 的上行鏈路兩個方向都切成 100% loss，量「切斷之後送出、而且收到回覆的第一個 ping」距離切斷多久（H/analyze_ping.py：只算切斷之後送出的封包，還要連續 10 秒沒有 &gt;0.5 s 的空檔才算恢復）。NDTwin 不需要任何 app 就自己繞路：OVS 中位數 20.3 s（15.9–20.8，5/5）、bmv2 15.2 s（14.4–19.2，5/5）。Ryu 附帶的 simple_switch_stp_13 一行不寫，3/3 在約 67.7 s（67.3–67.7）恢復。
- 🟢 沒畫的對照：DIY 靜態路由 3/3 沒有恢復，這是設計好的（對照：靜態路由本來就不重算）；NDTwin 兩個「s1 兩條上行都切」的負對照也都沒恢復，表示 checker 會變紅。這兩種都是設計好的紅色對照，generator 會檢查，不畫。
- 🟢 右半（RAN，H/congestion/results.tsv，kernel commits 80a4e29f、9335b189）：x＝壅塞開始到「解除、而且之後 120 秒都保持」的第一個 1 秒區間。NDTwin app 在 OVS 5/5、每次 10 s；在 bmv2 4/5，通過的 4 次都是 10 s，第 3 次（變體 v3）在 10 s 解除、114 s 被打破（RED_FLAPPED，紅叉，見 P14）。DIY app 在 OVS 5/5、每次 6 s。補充（不計入）：同一個 app 在 exclusive-CPU 的 lab claim 下（主機仍忙）於 bmv2 補跑 5 次，5/5 通過、解除 9–10 s（H/congestion/results_supplementary.tsv，kernel commit 90132fa1）；事先登記的 4/5 不變。補跑不畫在圖上。
- 🟢 依事先規則（PREREG §11）NDTwin 在反應時間上輸：中位數 10 s 對 6 s。兩邊都遠在 90 s 的期限內。
- 🟢 4 秒差距拆開（app log 的時間戳只到整秒；t0＝各次 events.log 的工作負載開始）：NDTwin app 在 t0+6.2–7.3 s 決定搬移（"moving"），t0+8.8–10.1 s 規則裝好（log 寫 "rules in place after 2.5 s"）；DIY app 在 t0+4.4–5.1 s 決定，t0+4.9–5.4 s 已經切換（MOVED）。所以大約 2 s 是偵測比較慢，大約 2 s 是 NDTwin app 自己的等待：它先裝下游、等 2 s 再切入口（controller.py:44 PHASE_GAP_S = 2.0，用在 :556），DIY 只等 0.25 s（app.py:62 BARRIER_WAIT_S = 0.25，用在 :623）。出處：判定計入的 10 個 app log（H/congestion/raw/app_ndtwin_{ovs,bmv2}_t1..t5.&lt;epoch&gt;.log，epoch 1791442401–1791445864）、各次的 events.log、H/raw/ryu_diy-app.*.log。
- INFERRED：只有偵測那約 2 s 可能來自 NDTwin 北向的流量與鏈路速率是 1/256 sFlow 估計值（app 要平滑幾秒才敢動），DIY 讀的是 OpenFlow 的精確計數器。另外那約 2 s 的等待是那個 agent 自己的設計選擇，不是平台的成本。
- 不要比：scripted 對照的 22 s 是 harness 自己排的時間（t0+20 s 再看 2 s 計數器），不是任何 controller 的性質，所以不畫；27 個 scripted 對照全部和事先登記的判定一致（🟢 results.tsv 的 *-ctl 列，generator 每次重新檢查）。左右兩半是不同的觸發、不同的量法，各有自己的 x 軸，秒數不能互相比。
- 🟢 身分：雜湊是在 app 判定之前取的（identity 檔寫於 02:47Z 與 03:43Z：H/raw/identity.20261008T104711.txt、H/congestion/raw/identity.20261008T114343.txt）。kernel binary build/bin/ndtwin_kernel sha256 6fc7e4187df49ee9（揭露，Adam 2026-10-08 接受：2026-10-03 建，沒有綁到 commit；雜湊在 app 判定之前取），bmv2-fast simple_switch_grpc sha256 3ff54b5c1901c9d3，P4 pipeline json sha256 0b19d789d74fc996，原版 Ryu 4.34、Mininet 2.3.0、OVS 3.3.9、iperf3 3.16。P4 proxy 與 NDTwin 的 Ryu app 是從共用工作樹直接跑的 Python。每次判定的工作樹狀態（HEAD 與未提交檔案集合，約 105 個別人的檔案）記在 H/congestion/raw/ndt_status_up_*.txt 第 9–12 行：對照 50ce5022（斷線）、66e84f51（壅塞）；app 判定 767a4b32 與 339bf2c4（後者是 07:13Z 的 trunk merge，只動測試，git diff 767a4b32 339bf2c4 沒有 src/ 或 p4_proxy/ 的檔案）。
- 🟠 binary 與 commit 的關係（READ，git log）：binary 建於 2026-10-03，之後到 trunk 2ece656c 的兩個 commit（c82b063b、46984527）只改 src/ndt_core/power_management/P4PowerStrategy.cpp；不在繞路或寫規則的路徑上（INFERRED）。
- 對帳：左半 NDTwin 可以和 K/doc/audit/2026-08-17_p4-vs-ovs-matched-topology/REPORT.md 比（同一個 10 台／4 主機 cell，各 n=10，全部恢復）。平均對平均：OVS 這次 19.2 s、當時 15.7 s；bmv2 這次 15.8 s、當時 13.7 s。那次切單一方向、h1→h2、每秒 5 個 ping、08-17 的 commit；這次切兩個方向、h1→h3、每秒 100 個 ping、2ece656c 的樹。同一個量級、又全部恢復：是更新，不是推翻；平均高了 2–3.5 s，原因沒有查，不推論。右半是第一次量，沒有可以對帳的舊結果。
- n＝1：右半每臂一個 agent、一個 app；10 s 與 6 s 是這兩個 app 的性質，不是所有 NDTwin app 與 Ryu app 的性質。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同一個目錄：H/congestion/agents/ndtwin_app（kernel commit 767a4b32 凍結）；判定之後重算 controller.py sha256 8f861d3c、run.sh 4672a502，和凍結的 commit 相同，判定期間這棵樹沒有改。寫它的 agent 從來沒在 bmv2 上試過（NOTES.txt：P4 itself could NOT be tested）。
- 🟢 標記偏離（SCORECARD）：PREREG §7 要兩個平面用同一個 app 標記；實際上 OVS 那幾列是 @767a4b32，bmv2 那幾列是 @339bf2c4，因為 run_congestion.sh 每一組平面取一次 repo HEAD，而 07:13Z 有一次 trunk merge（只動測試）；OVS 的 app-5（07:18Z）其實已經跑在 merge 之後的樹上，標的還是舊標記。app 的 bytes 沒變。
- 🟢 binary 身分（揭露，Adam 2026-10-08 接受）：kernel build/bin/ndtwin_kernel sha256 6fc7e4187df49ee9，mtime 2026-10-03 13:55，沒有綁到 commit；雜湊在 app 判定之前取（identity 檔 02:47Z：H/raw/identity.20261008T104711.txt；03:43Z：H/congestion/raw/identity.20261008T114343.txt）。
- 🟠 binary 與 commit（READ，git log）：從它建好到 2ece656c 之間只有 c82b063b、46984527 兩個 commit，只改 src/ndt_core/power_management/P4PowerStrategy.cpp。
- 🟢 PASS 與中位數：H/congestion/results.tsv 的 ndtwin-app 列，OVS 5/5、每次 10 s；bmv2 4/5，通過的 4 次都是 10 s。DIY 那一列是同一個檔案的 diy-app 列（OVS 5/5、每次 6 s）。
- 🟠 「write refusals seen」不能只看 HTTP 200（install 端點失敗也回 200，problems 第 2 名）。這個 app 每批寫入都檢查回覆的 rejected 與 accepted 數（controller.py:488–499），再輪詢 GET /ndt/get_flow_dispatch_status?request_id=，看到 dispatch_failed 或 switch_outcome.rejected_by_switch 就記一行 dispatch problem 並回滾（controller.py:501–522、553–568）。一次搬移在程式裡是兩批寫入：先下游、再入口（controller.py:553–557）。
- 🟢 10 次判定的 app log（判定計入的那 10 個：H/congestion/raw/app_ndtwin_{ovs,bmv2}_t1..t5.&lt;epoch&gt;.log，epoch 1791442401–1791445864；同目錄裡 epoch 1791454692 之後的 5 個是補跑，不在內）每次都是一行 moving 與一行 rules in place after 2.5 s，沒有任何 dispatch problem、install failed、重送或 loop error。獨立的 checker 也看到 10 次的流都真的換了路徑（results.tsv 的 p0 與 a_path_after；bmv2 第 3 次在 10 s 時也解除了），所以沒有「回 200 但沒裝」的靜默失敗。
- 🟠 OVS 那一格的 0 只代表控制面沒有拒絕，交換機端的拒絕在 OVS 上本來就看不到：OpenFlow 不回覆 FLOW_MOD，dispatch status 在 OVS 上一律記為 unknown；P4 上 proxy 先寫進交換機再回覆，才分得出 accepted／rejected（kit 的 docs/ndt_api.md §42 switch_outcome.why_unknown）。
- 🟢 失敗的那一次（bmv2 app-3，變體 v3，RED_FLAPPED）：10 s 解除後，被搬走的流 A 兩次掉到約 13 Mbit/s，一次 3 s（相對 110–112 s）、一次 5 s（219–223 s），iperf3 -b 隨後補送的突發把一條鏈路推過 40 Mbit/s（114 s 時 s9-s5 58.6 Mbit/s），「保持 120 s」不成立。app 只搬了一次，沒有重送（H/congestion/raw/app_ndtwin_bmv2_t3.1791445099.log；H/congestion/raw/bmv2stall_investigation/q1_iperf_dips.txt）。
- INFERRED：原因未明；唯一指向原因的線索是和另一個 session 的本機 build 時間重疊。那個 Claude session 在這台筆電上背景執行兩次 wolfSSL 建置（make -j4）：第 1 次 07:40:54Z 開始、07:41:22–07:41:34Z 之間結束，第 2 次 07:42:40Z 開始、07:43:47Z 以前結束；兩次停頓 07:41:17–20Z 與 07:43:06–11Z 都落在裡面（H/congestion/raw/bmv2stall_investigation/build_timing_other_session.txt）。同兩段時間 NDTwin kernel 自己 1 s 的迴圈也只在 app-3 慢了 80–210 ms（q3_kernel_loop_cadence.txt）。不指向原因的：RTT ≥5 ms 的事件在 14 次 bmv2 判定裡有 9 次都出現，包括同一條路徑上沒有掉速的 late-1 對照（q3_rtt_events.txt）。那時的 lab claim 沒有標 exclusive CPU（ndt status：exclusive cpu no）。
- 🟠 「NDTwin 沒有週期約 109 s 的動作」（兩次停頓相隔 109 s）：我讀過的週期性迴圈是 1 s（K/src/ndt_core/power_management/DeviceConfigurationAndPowerManager.cpp:891–901）、10 s（同檔 :2769、:2858）、收斂中 5 s／收斂後 30 s（K/src/ndt_core/collection/TopologyAndFlowMonitor.cpp:4850–4888）、60 s（K/src/ndt_core/collection/FlowLinkUsageCollector.cpp:538–563）、P4 proxy 的 2 s 與 5 s（K/p4_proxy/proxy_agent/topology_manager.py:513、:373），都 @2ece656c、工作樹相同；沒有約 109 s 的。這不是完整清單。
- 🟢 依事先規則它照樣算失敗：PREREG §7 只重跑 INVALID_* 列，RED_FLAPPED 不是。所以表上那一列：事先登記的「同一個 app 在 P4 上也能用」不成立（PREREG §11）。
- 🟢 補充，不計入（Adam 2026-10-08 裁定補跑 5 次、標為補充）：同一個 app 目錄（判定後重算 controller.py sha256 8f861d3c、run.sh 4672a502，沒變；標記 @65b14f46＝當時的 repo HEAD），bmv2，變體 v1 v2 v3 v1 v2，lab claim 標 exclusive_cpu=yes（只是 claim 的旗標，主機並不安靜，見下一行；H/congestion/raw/ndt_status_up_p4.1791454661.txt 到 1791456217.txt 共 5 個，工作樹狀態在第 10–13 行）。5/5 PASS，解除 10、10、9、10、10 s，保持期間最忙的鏈路 34.0–36.2 Mbit/s，max_dip 0.917–0.973，比計入的 PASS 列（0.964–0.983）掉得更深（H/congestion/results_supplementary.tsv，kernel commit 90132fa1；raw 在 audit-raw 19daa00a）。補跑當下沒有取雜湊；補跑後取的雜湊和 03:43Z 那份相同（kernel 6fc7e4187df49ee9、bmv2 3ff54b5c1901c9d3、pipeline json 0b19d789d74fc996），kernel mtime 仍是 2026-10-03，git diff 339bf2c4..65b14f46 在 runtime 路徑上是空的（H/congestion/raw/supp_20261008T181724/identity_after_rerun.txt）。表上那一列是它；事先登記的 4/5 與「不成立」都不改。
- 🟢 補跑時的主機（H/congestion/raw/supp_20261008T181724/vmstat.txt，每秒一筆；第 3 行是開機以來的平均，不算）：1,966 s，平均 idle 34.8%，有 241 s 在 swap-in；整段平均 swap-in 約 14 頁/s，不比失敗那次 sar 區間的 18.15 頁/s 高。保持期間主機也忙：app-1 保持期間 18:20:42–47 本地時間 idle 只剩 3%、可執行行程 17–29 個（vmstat.txt:219–224），18:19:57–58 swap-in 16,428 與 14,240 KB/s（vmstat.txt:170–171），解除照樣保持；最高的 59,572 KB/s 落在所有保持區間之外。瀏覽器與桌面 app 在保持區間裡有 281 個「行程×秒」各吃滿 1 核以上（pidstat.txt；SCORECARD.txt 的 ADDENDUM，kernel commit ebc60595）。失敗那次所在的 10 分鐘 sar 區間（15:40–15:50 本地時間）：idle 59.71%（H/congestion/raw/supp_20261008T181724/sar_sa08_1350-1900.txt:15）、swap-in 18.15 頁/s（同檔:48；NDTwin app 判定那一個小時裡最高，整個下午不是最高：14:00 是 63.29（:37）、17:00 是 88.51（:55））、磁碟 await 453.94 ms（:287）。失敗當時根檔案系統 99%（98G 用了 92G，剩 1.8G；另一個 session 15:41:00 自己跑的 df，H/congestion/raw/bmv2stall_investigation/build_timing_other_session.txt）；journal 12:00–19:00 沒有 ENOSPC（H/congestion/raw/supp_20261008T181724/journal_enospc_count.txt:2，數到 0）。
- INFERRED：補跑的保持期間主機一樣忙（idle 掉到 3%、swap-in 到 16 MB/s），解除仍然保持，所以單靠「CPU 負載高」或「swap-in」重現不了 app-3 的停頓。原因未明；唯一指向原因的線索是和另一個 session 的本機 build 時間重疊。
- 建議講法：「事先登記的『同一個 app 在 P4 上也能用』不成立：bmv2 5 次過 4 次、OVS 5 次全過；失敗那次的原因未明。」補跑可以接一句：「之後在 exclusive-CPU 的 lab claim 下補跑 5 次全過；主機其實仍忙（瀏覽器等在每次保持期間都吃滿 1 核以上，最低 idle 3%）。那是補充、不計入，也沒有證實原因。」
- 公平性：DIY 臂沒有 P4 平面，這一頁只能問 NDTwin。NDTwin 獨有的是：同一份程式不改，就在 bmv2 上跑起來，5 次過 4 次；DIY 在 bmv2 上根本沒有對應物。
- 對帳：P05 的 A7 ●⚠ 是讀碼判的（READ）；這是第一個 app 層級的 RAN 證據，比它弱。app 沒有用到 group／meter（P4 上 501）；PREREG §13 擔心的「5-tuple 寫入在 bmv2 上回 200 之後被拒」這次沒有發生。
- ❌ 不說「NDTwin 讓 app 在 P4 上完全可攜」，也不說「其實是 5/5」。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每一列都是 P05–P07 的格子，原樣帶過來，旗標不拿掉。
- 這一頁回答原題：一個 API 同時給拓樸、流、鏈路負載、還能寫規則，再加上節能實驗——這個組合在 P05–P07 只有 NDTwin 每格都是 ●（帶旗標）。ONOS+Mininet 最接近：A1、A3、A4、A5、A7、A8 都是 ●、沒有旗標；差在 A2（每條流的路徑與速率要自己拼）；它不在 P07 比，所以沒有節能那一列的判定。
- 第 2 列：兩邊都是 ●，同一個基準（各自附帶的 P4 pipeline 上，app 不改就跑）。NDTwin 的 ⚠ 是 P4 平面的靜默失敗（C-6、C-7），而且 P4 上 group／meter 回 501，ECMP 類 app 只能跑 OpenFlow。這一列兩邊打平，放在這裡是因為它和第 1、3 列合在一起才是 NDTwin 的組合。
- 🟢 第 2 列的 RAN 證據（P14）：一個壅塞搬移 app 一個 byte 不改，在 OVS 5/5、在 bmv2 4/5 通過（H/congestion/results.tsv；controller.py sha256 8f861d3c）；事先登記的「同一個 app 在 P4 上也能用」以 4/5 &lt; 5/5 判為不成立（H/congestion/PREREG.txt §11、SCORECARD.txt）。失敗那次原因未明；唯一指向原因的線索是和另一個 session 的本機 build 時間重疊（INFERRED；H/congestion/raw/bmv2stall_investigation/build_timing_other_session.txt）。補充、不計入：exclusive-CPU claim 下（主機仍忙）補跑 5 次 5/5 通過（H/congestion/results_supplementary.tsv），沒有重現失敗、也沒有證實原因；事先登記的判定不變。這一格的 ● 是讀碼判的，跑出來的結果比它弱：講這一列時兩個一起講。
- 第 3 列：P07 的其他工具沒有 ●；Forward、CML、IP Fabric 是 ?（公開資料沒寫，不等於沒有）。
- 第 4 列：兩邊都是即時看自己控制的 Mininet fabric；差在每條流的路徑與速率（A2）：NDTwin 內建，ONOS+Mininet 要自己拼。
- 第 5 列：ONOS+Mininet 也能切 link，而且 app 收得到 link 事件；NDTwin 沒有推送、app 要 poll，但它還能在同一個 fabric 上關交換機做演練（O5）。
- 第 6 列：Forward、IP Fabric 在 O8 是乾淨的 ●（快照歷史，不是事件回放）；NDTwin 錄的是 graph 與 flow，內容不同，不是比它們強。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第 1–4 列與第 8、9 列來自 P05–P07 的格子；第 5 列的依據是 O1 的 scope（NDTwin 只鏡像它自己的 Ryu app 控制的網路）；第 6 列來自 M maturity.M7；第 7 列來自 KNOWN-ISSUES F-bmv2：一條流、三跳、fast build 量到的乾淨上限約 16–20 kpps，這個量測不支持任何其他 build、流數或 fabric 的推論。**天花板是 pps 不是 Mbit/s**（換 frame size，Mbit/s 差 16 倍）。❌ 不要把它講成「bmv2 大約幾 Mbps」。
- 第 3 列：產生封包測試（P6）四欄都是 ◐，所以不列；硬體目標（P8）只有 ONOS+Stratum 是 ●，但 Tofino 已停產、Stratum 最後一次 release 是 2022-06-30（M p4.P8 scope）。
- 第 4 列：自己的 .p4 在 NDTwin 上可以跑（13 支 tutorial exercise），但入口是實驗室的 `ndt up p4 --app`（problems 第 1 名）；表項 API 只有 exact／lpm，proxy 重啟會丟（P3 ◐⚠◌）。想快速試自己程式的人，p4-utils 或 P4 tutorials VM 比較省事。
- 第 5 列：要鏡像一個不是 NDTwin 在控制的網路，今天做不到（problems 第 14 名）。
- 第 9 列：實體交換機的程式寫了，kernel 樹裡沒有硬體執行 log（problems 第 18 名）。
- 這一頁的用意：讓老師知道我們清楚 NDTwin 不適合什麼。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排序軸：「這件事會不會讓一個開發者放棄」。排序鍵依序比較：① 層級——A 擋住第一次使用 &gt; B 讓人不再相信數字或結果 &gt; C 少了能力但有繞法 &gt; D 少見路徑上的（含只能揭露的）；② 同層內，修得了的排在只能揭露的前面；③ 受影響的開發者種類多的在前；④ 再相同時依嚴重度的判斷（INFERRED）。各名的層級：A＝第 1 名；B＝第 2–7 名（API 說成功其實沒做、0 分不出閒或瞎、規則悄悄消失、檢查全綠但主機斷線、規則視圖過期、錄製悄悄停止）；C＝第 8–15 名；D＝第 16–19 名（第 12 名是 2026-10-08 Adam 裁定新增的 C 層；原來的 12–18 名順延為 13–19）。成本是粗估（INFERRED），以人天計，不含排隊。
- 第 1 名：自己的 .p4 進 NDTwin 的入口是 proxy 讀的一個 knob 檔（K/p4_proxy/mininet/app_package.py:56），kernel 樹裡寫這個 knob 的只有實驗室 CLI `ndt up p4 --app`（K/tools/test_workflow/ndt:1602,1642）。`ndt` 透過 root helper 起 fabric，helper 的預設路徑指向一個使用者的家目錄（K/tools/test_workflow/ndtwin-lab:98；root 才能寫的 /etc/ndtwin-lab.conf 可以覆寫，:88，KNOWN-ISSUES G-7）。OVS 平面三個終端機的啟動方式不經過這支 helper（KNOWN-ISSUES G-7），所以只算 P4。修法：一個寫進文件的使用者層級指令，寫入 app package 並起 proxy 與 bmv2 fabric、不經過實驗室的 root helper；helper 的設定檔由安裝步驟寫入；再加一個在乾淨 VM 上從頭跑自己程式的 CI job。這一名只根據讀碼（READ）：在實驗室以外的機器上照這條路走一次的檢查還沒做。
- 第 2 名：bmv2 表滿時 proxy 回 200 `Failed to add route`（K/p4_proxy/proxy_agent/api_routes.py:548；C-6：每台第 897 筆起全部失敗）；P4 上帶 priority 的刪除全部失敗，呼叫端每次都拿到 200 queued（C-7：12 分鐘 4312 次 POST、100% 回 200）；kernel 的 install 只回 queued，結果要另外查（K/src/ndt_core/http/HttpSession.cpp:2443）；意圖翻譯的 BLOCK_HOST 不檢查安裝結果（A-4g；IntentTranslator.cpp:809）。修法：proxy 對被拒的寫入回非 2xx 並說明原因（bmv2 給的錯誤是空的 UNKNOWN 時，proxy 自己讀一次表列數、講出「表滿」）；kernel 把 proxy 的非 2xx 記為失敗，並提供等待模式回傳逐筆結果。
- 第 3 名：遙測停了時利用率回 0（C-9）、`last_sample_age_seconds` 回 −1.0（C-8，K/src/ndt_core/collection/FlowLinkUsageCollector.cpp:2042）、ifSpeed=0 讓利用率變 null（B-17）、每秒不到約 22 個封包的流在預設 3 秒視窗裡一半時間看不到（B-x 的反向；FlowLinkUsageCollector.hpp:91）。節能 app 正是靠「利用率低」決定關機，所以這是會關錯交換機的形狀（INFERRED）。修法：telemetry_status 不是 live 時 usage 與 age 給 null；視窗做成文件化的參數並回報每條流的取樣下限；加一條契約測試「silent 就不得有數值」。
- 第 4 名：proxy 重啟後 bring-up 的路由會重算回來，消失的是 bring-up 之後 app 的新增與刪除，以及所有 5-tuple 規則，而 twin 看起來完全健康（KNOWN-ISSUES A-4c）。已經有的：proxy 把它接受的路由寫入記在一個 rule journal 裡（K/p4_proxy/proxy_agent/main.py:97,111），journal 也有重放功能，回報四種狀態而不是成功／失敗（K/p4_proxy/proxy_agent/rule_journal.py:247），但重放預設關閉（環境變數 NDTWIN_RULE_JOURNAL_REPLAY，rule_journal.py:56），而且程式裡沒有任何地方呼叫它（main.py:51-53）。還沒有的：`/p4/table_entry` 寫的表項不進 journal（K/p4_proxy/proxy_agent/api_routes.py:841）；proxy 會發 boot_id／table_generation，kernel 沒有讀。修法：proxy 啟動時在 opt-in 底下呼叫既有的重放並回報狀態；table_entry 也記進 journal；kernel 讀 boot_id，在 dispatch status 裡標出「已遺失」。重放預設關閉是刻意的：journal 只記請求、不記原因，重放過期的繞路會裝回沒人要的路徑（rule_journal.py 檔頭），所以修法保留 opt-in。
- 第 5 名：OVS 關機後重新 add-port 沒有指定 ofport_request，埠號重排（K/src/ndt_core/power_management/OVSPowerStrategy.cpp:475）；結果是那台底下所有主機 100% 掉封包，而 reachable、is_up、路徑查詢、`ndt status --check` 四種都說健康（KNOWN-ISSUES B-9，128 主機 OVS 實測重現兩次）。Energy app 的鎖 livelock（A-9，kernel 端已修、app 端仍開）一起修。修法：關機前記下每個埠的 ofport、重新加入時用 ofport_request；回報成功前先 ping 一台主機；app 改用 kernel 的 leaseId 租約。
- 第 6 名：刪掉的規則在 `get_switch_openflow_table_entries` 裡還會被列 9.61 秒（KNOWN-ISSUES C-4b）；OVS 寫入路徑沒有套用「交換機拒絕的規則不要當成存在」的過濾（C-4；OVS 這一側是讀碼推論，沒有實跑）。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第 7 名：Network-State-Recorder 一次 connection refused 就永久停止、之後只產生空檔（K/doc/2026-08-14_cross-component-integration-matrix.md:147）；kernel 的 /ndt/historical_logging 在 Mininet 下一列都不寫（KNOWN-ISSUES B-3）。修法：recorder 以 backoff 重連並記錄存活；historical_logging 在 Mininet 下要嘛寫、要嘛回 4xx。
- 第 8 名：拓樸檔沒有的交換機只印 WARN、被忽略（K/src/ndt_core/collection/TopologyAndFlowMonitor.cpp:2373）；OVS 副本是寫死的 10 台（Network-Traffic-Generator@6e3f388 testbed_topo.py:39-48），只有 bmv2 的 builder 讀拓樸模型；量過最大 10 台／128 主機。修法：OVS fabric 也從模型建（重用 K/p4_proxy/mininet/topo_from_json.py）；發現的交換機以「未宣告」頂點加入；兩個平面各做一次 64 台的規模量測。
- 第 9 名：模擬器的輸入只有「要關掉的交換機集合」（Energy-Saving-App@9facb78 src/sim/energy_saving_simulator.cpp:467），每個案例要掛 NFS、要 root（Simulation-Platform-Manager@b7efd93 app.cpp:286）；預測和實測的比較沒有紀錄（kernel 與 Energy-Saving-App 的樹裡都找不到）。修法：加「拿掉鏈路」的輸入（BFS 改路已經有）；在 10 台 fabric 上做一次「預測 vs 實測」；案例改用 HTTP 傳。分項：2–3 天、1–2 個實驗夜、約 1 週。
- 第 10 名：P4 上 group／meter 被拒（P4RoutingStrategy.cpp:27-33），ternary／range／optional 回 501（api_routes.py:880），每張表 1024 筆（K/p4_proxy/p4_src/ndtwin_switch.p4:344,360）。修法：table_entry 支援 ternary／range（bmv2 本身支援，2–3 天）；ndtwin_switch.p4 用 action selector 做 ECMP（1–2 週）；表大小做成建置參數（1 天）。
- 第 11 名：OVS 平面靠 Ryu 4.34（最後一個 tag 是 2019-10-01）跑在 Python 3.8（M maturity.M3、M8；K/intelligent_router.py:617-618）。修法：把 intelligent_router.py 移到 os-ken（OpenStack 維護的 Ryu 分支，API 同形），換到現行 Python，重跑 OVS 的 live 閘門。
- 第 12 名（2026-10-08 Adam 裁定新增，C 層）：🟠 Mininet 下 NDTwin 北向的流量與鏈路速率只來自 1/256 sFlow flow sample（kit 的 docs/ndt_api.md §3 left_link_bandwidth_source 的註記：Under Mininet only flow samples drive the update；§4）。精確的計數器其實有：kernel 會解析 sFlow 的 interface counter sample（ifIn／ifOutOctets，K/src/ndt_core/collection/FlowLinkUsageCollector.cpp:1295–1332），但在 Mininet 下直接跳過（:1339–1344）；OVS bridge 刻意設 polling=0，旁邊的註解寫「不要修」，理由正是 kernel 會跳過（K/tools/test_workflow/ovs_4host_topo.py:93、164–170），兩個設定綁在一起；P4 proxy 合成的 sFlow 只有 flow sample（K/p4_proxy/proxy_agent/sflow_emitter.py:78）。每條規則的 byte_count 在 GET /ndt/get_switch_openflow_table_entries 裡有，但那是 kernel 最近一次輪詢的值，「比交換機落後最多約十秒」（kit 的 docs/ndt_api.md:1307–1309），也沒有換算成速率；3.3 s／9.6 s 只是新增／刪除後在這個 endpoint 上看得到的延遲（ndt_api.md §5；OVS、kernel 4c9e0be1）。P4 proxy 自己的 REST（:8081）GET /p4/counter/{name} 已經能回 egress_port_counter 的精確 bytes（K/p4_proxy/proxy_agent/api_routes.py:967–994），但不在 kernel 的 API 上、也不是速率；kernel 沒有 port 統計的 route（K/src/ndt_core/http/HttpSession.cpp:348–527）。另外，kernel 的 counter sample 解析用的是標了廠商的位移（Brocade type 2、HPE type 4，K/src/ndt_core/collection/FlowLinkUsageCollector.cpp:1280–1286），它能不能正確讀 OVS 的 counter sample 沒有測過。以上都 @2ece656c。
- 🟢 第 12 名的實作證據（P11–P13）：同一個壅塞任務，NDTwin app 10 s、讀 OpenFlow 精確計數器的 DIY app 6 s（H/congestion/results.tsv）；4 s 裡約 2 s 是偵測、約 2 s 是 NDTwin app 自己的安裝等待。INFERRED：只有偵測那約 2 s 可能來自取樣估計值。
- 第 12 名的排序（INFERRED，依 P17 備註的排序鍵）：C 層、修得了；影響 app 與 ops 兩種（節能 app 靠利用率決定關機）→ 排在只影響一種的第 13–15 名之前；在同樣影響兩種的第 8–11 名之後：第 8–10 名是整個能力缺席（更大的拓樸、拿掉鏈路的 what-if、P4 表項種類），第 11 名是 OVS 平面綁在 2019 年後沒有維護的 Ryu 與 Python 3.8；這一個是慢約 2 s、要多寫平滑程式，而且有繞法（自己輪詢 §5 的 byte_count，像實作 agent 的 truth.py；這個繞法沒有在閉迴路裡測過）。
- 第 12 名的修法：A（較便宜）＝ Mininet 下 kernel 收 counter sample、OVS bridge 開 polling（兩個一起改、註解一起改），P4 proxy 從 egress_port_counter 發 counter sample；每個數字帶來源與取樣年齡；手冊寫明閉迴路 app 該用哪個。成本：OVS 2–3 天＋P4 2–3 天（INFERRED）；OVS 那 2–3 天的前提是既有的解析器讀得懂 OVS 的 counter sample（沒有測過，見上）。B 只在 A 不夠時：每條鏈路從 port 計數器、每條規則從 byte_count 差值算速率。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第 13 名：src/、include/ 裡沒有 websocket 或 event-stream 之類的推送機制；P4 上 LLDP 每 5 秒一次（K/p4_proxy/proxy_agent/topology_manager.py:373），鏈路在最後一個 beacon 之後 15 秒判斷為斷（:1680、:2026；每 5 秒檢查一次，:422），也就是切斷後約 10–20 秒；KNOWN-ISSUES D-2 實測的 bmv2 偵測 10.7–14 秒在這個範圍內。修法：kernel 加 SSE 事件流（link、switch、規則結果）；跑 D-2 的 beacon 間隔掃描（knob `NDTWIN_P4_BEACON_S` 已在，掃描沒有跑過的紀錄）。
- 第 14 名：鏡像的前提是 NDTwin 自己的 Ryu app 安裝所有路由（K/intelligent_router.py:617-618）。修法：唯讀 observer 模式——拓樸從既有 controller 的 REST（ONOS、原版 Ryu）讀、遙測從交換機 sFlow，寫入關閉。需要先做設計決定（twin 對不是它控制的網路能做什麼）。
- 第 15 名：REST 伺服器綁在 0.0.0.0:8000（K/src/ndt_core/event_handling/ControllerAndOtherEventHandler.cpp:100），CORS 是 *（K/src/ndt_core/http/HttpSession.cpp:305），沒有認證——關交換機、切鏈路的 route 都在同一個 port。推論（INFERRED，未測）：同網段的任何主機都能呼叫它；瀏覽器裡的網頁也能送簡單 POST。繞法是防火牆，所以歸在 C 層。修法：預設只綁 127.0.0.1、要放寬得明確給旗標；會改變狀態的 route 要 bearer token；CORS 只開給 GUI 的 origin。
- 第 16 名：任何 app 都能釋放或續約別人的鎖（KNOWN-ISSUES B-2 第 2 部分；第 1 部分已修）。只有一個 app 時不會踩到；兩個 app 同時跑（例如 TE 與節能）就會，所以歸在少見路徑。
- 第 17 名：唯一的端點寫死 https://api.openai.com（K/src/ndt_core/intent_translator/LLMAgent.cpp:138），預設模型在 K/src/main.cpp:418；預設關閉，開啟 AI 的執行沒有紀錄（測試 stack 一律以 --no-ai 啟動）。修法：可設定的 OpenAI 相容 base URL（本機模型也能接）＋一次端到端測試。
- 第 18、19 名是「揭露」，不是修法，理由：
  - 18：程式寫了 HPE5520 與 Brocade 兩種（K/include/common_types/GraphTypes.hpp:140-144），但 kernel 樹裡沒有任何硬體執行 log，實體 testbed 停用（K/doc/2026-01-02_ndt_api.md:1598-1599 那句只講電源分支）。沒有硬體就沒辦法驗證；能做的是在 `--help` 與 get_graph_data 標出「testbed 模式未驗證」，拿到硬體的第一天就跑。
  - 19：程式只有 bmv2 v1model（K/README.md:5；K/p4_proxy/p4_src/SPEC.md:6-7；K/p4_proxy/p4_src/ndtwin_switch.p4:32）；主要的硬體 P4 目標（Tofino）已停產（M p4.P8 ONOS+Stratum scope）。bmv2 的天花板用 pps 講：約 16–20 kpps，一條流、fast build（KNOWN-ISSUES F-bmv2；這個量測不支持其他 build 的數字）。以後的選項是評估 P4-DPDK 或 eBPF 後端，以月計。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這張圖是 P17–P19 的修法排程（INFERRED 的計畫，不是已完成的事）。不寫日期。
- NOW（每一部分都不到約一週）：#2 誠實的寫入結果、#3 遙測瞎了就給 null、#4 接上既有的重放與 boot_id、#5 OVS 電源循環保留埠號、#6 即時讀回、#7 recorder 重連、#12 Mininet 下用計數器算鏈路速率、#15 只綁本機加 token、#16 鎖的 owner 檢查、#17 可設定的 LLM 端點。讓人不再相信 twin 的六個（#2–#7）全部在這一欄。
- #12（2026-10-08 Adam 裁定新增）放 NOW 的理由：用較便宜的修法 A，兩部分各不到一週（kernel 收 counter sample 加 OVS 開 polling 2–3 天；P4 proxy 發 counter sample 2–3 天，INFERRED），依欄位規則是 NOW。不畫箭頭：它和 #3 改的是同一個收集器，但兩個修法誰都不需要誰先完成。
- NEXT（有一部分約一週以上）：第一個是 #1（排名第一但要 1–2 週，因為是打包加 CI），接著 #8 從模型建 OVS fabric、#9 what-if 加鏈路並對實測、#10 P4 表項種類與 ECMP、#11 換 os-ken、#13 事件流。
- LATER 只有 #14 observer 模式：需要先決定 twin 對它不控制的網路可以做什麼。
- DISCLOSE：#18 實體交換機（沒有 testbed）、#19 硬體 P4 目標（已停產）——修不了，理由在 P19。
- 箭頭讀作「被……需要」（圖例 needed by）：#2→#13（事件流要帶誠實的規則結果）、#1→#11（先有乾淨 VM 的 CI，再換 os-ken，CI 一起蓋到）、#8→#14（observer 需要未宣告頂點）、#3→#9（驗證 what-if 需要會說「我瞎了」的遙測）。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 developer use NDTwin?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0"/>
            <a:ext cx="1005840" cy="914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1/generator/../figures/arch/_hires/fig_p02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58" y="256032"/>
            <a:ext cx="10693180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developers, three jobs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448056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 to get done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with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control-app developer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state, write rules, test failures, reuse the app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Mininet+Ryu, ONOS+Mininet, Containerlab, ns-3, sFlow-RT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A1-A8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P4-program developer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own .p4, topology, entries, telemetry,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VM, p4-utils, ONOS+Stratum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P1-P8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mirror, check, predict, drill, save energy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Batfish, GNS3, Forward*, CML*, IP Fabric*, RouteNet-Fermi†, IRTF NDT draft†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O1-O8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vendor material only · † paper or draft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1/generator/../figures/landscape/_hires/fig_p04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26" y="256032"/>
            <a:ext cx="11385843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Control-app developer: who does what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Mininet+Ryu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sFlow-RT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Read topology via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Flows with path and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Per-link utilization, 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Install rules from an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Fail a link, watch the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What-if before a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 Same app: OpenFlow and P4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 Same app: emulated and real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built in · </a:t>
                      </a: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you build it · </a:t>
                      </a: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· </a:t>
                      </a:r>
                      <a:r>
                        <a:rPr lang="en-US" sz="14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docs silent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open defect on that path (NDTwin only) · 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run on that 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P4-program developer: who does what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p4-utils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ONOS+Stratum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Run my own .p4 on bmv2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Topology with hosts, built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Table entries through an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Link discovery, my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Per-flow telemetry, no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Generated packet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 Network-wide 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 Path to a hardware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built in · </a:t>
                      </a: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you build it · </a:t>
                      </a: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· </a:t>
                      </a:r>
                      <a:r>
                        <a:rPr lang="en-US" sz="15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docs silent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open defect (NDTwin only) · 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run on that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operator: who does what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CML*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Fabric*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RouteNet-Fermi†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IRTF NDT draft†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 Mirror live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Config correctness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 Congestion what-if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 Run vendor NOS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 Fault drills on a copy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 Energy-saving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O7 Natural-language intent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O8 Record and replay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built in · </a:t>
                      </a: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you build it · </a:t>
                      </a: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· </a:t>
                      </a: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docs silent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open defect (NDTwin only) · 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run on that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vendor material · † paper or draft · GNS3 O7: 3.1 pre-release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tools: license, scale, interface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24128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554480"/>
                <a:gridCol w="1965960"/>
                <a:gridCol w="2011680"/>
                <a:gridCol w="160020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documented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Mininet+Ryu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 · 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 2.3.0 (2021) · Ryu 4.34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"hundreds of hosts", no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or source;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API, CLI · Ryu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2.7.0 LTS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100-400 switches (old test report)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or Bazel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Java, CLI, 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v0.79.0 (2026-08)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packages, Docker; sudo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+ YAML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ns-3.49 (2026-10)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10^9 nodes on HPC (study)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 (Python bindings)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sFlow-RT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download; production by quote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(date not stated)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tar, Docker, RPM, DEB; Java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JavaScript; no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versioned 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(example 4/4)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or Ubuntu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make, Mininet CLI, P4Runtime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p4-utils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v0.0 (2018)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or QEMU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API,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ONOS+Stratum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 2.7.0 (2022) · Stratum (2022-06)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(example 4/6)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make, or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Java · P4Runtime, gNMI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v2026.08.27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75-2735 nodes (11 real networks)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or pip; 8 GB RAM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(pybatfish)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NOS images licensed apart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2.2.61 (2026-07)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600-800 routers, one server (third party)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installers, PPA, pip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WebSocket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LLM needs own OpenAI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v1.0.0 (2026-02, OpenFlow only); P4 plane unreleased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switches, 128 hosts (measured)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image or Ubuntu 24.04 build; sudo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:8000; no auth, no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academic: public material only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828800"/>
                <a:gridCol w="1737360"/>
                <a:gridCol w="1463040"/>
                <a:gridCol w="17373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release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scale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Networks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datasheet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+ state, from snapshots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quote, per device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25.6.0 (2025-06) or newer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"thousands of devices" (vendor)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query engine, MCP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Modeling Labs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docs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/ container NOS emulation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5 nodes · $199 (20) · $349 (40)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2.10.0 (2026-03)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running nodes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Python client, MCP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Fabric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docs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+ state, from discovery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quote, per device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8.1.4 (2026-10)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 tier to 20,000 devices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Python SDK, MCP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RouteNet-Fermi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GNN: delay, jitter, loss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code; data + GPU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2023; no release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nodes (trained on 5-10)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scripts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IRTF NDT draft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framework; model left open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-13 (2026-07)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SNMP, NETCONF, 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1/generator/../figures/handson/_hires/fig_p10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408235"/>
            <a:ext cx="11795760" cy="58403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side had to build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forwarding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NDTwin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123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 and 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get_graph_data · parse: 40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96 lines, from topology.tsv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per-flow rate and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get_detected_flow_data (sampled) · tracking: 76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57 lines, exact flow counters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fallback, unused in the trials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58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per-link 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12 lines, sum of flow estimates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40 lines, exact port counters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48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30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65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57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install and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batch write + dispatch status · calls: 122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52 lines, no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it there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37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path choice, counted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loop, settings,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116 lines + run.sh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written: 100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app on bmv2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lines changed (result: 4 of 5, P14)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P4 plane)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total, cloc code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measured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pre-registered rule: 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of code in app/ (cloc)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&gt;= DIY: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only (cloc)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informational, not registered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the developer starts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wall clock, first call to finish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+73 %: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tool calls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+120 %: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1/generator/../figures/handson/_hires/fig_p13_rel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806442"/>
            <a:ext cx="11795760" cy="50439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app, unchanged, on bmv2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383280"/>
                <a:gridCol w="40233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bmv2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code changed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(same directory; tree unchanged during the run)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of 5 trials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pre-registered: same app on P4 (PREREG s.11)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fails: 4 of 5 &lt; 5 of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relief, median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 (4 PASS)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refusals seen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trial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v3: relief broke at 114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5, 6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P4 plane)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supplementary rerun, not counted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5, median 10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NDTwin is the right pick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94560"/>
                <a:gridCol w="42062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alternative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API: topology, flows, link load, rule writes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all four (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three, 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four)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three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A1-A4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app on OVS and bmv2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 group/meter on P4)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power-state and energy experiments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other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P07 (3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view of flows and load, your fabric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A3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A2 </a:t>
                      </a:r>
                      <a:r>
                        <a:rPr lang="en-US" sz="17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A3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A2, A3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drills: cut links, power off switches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O5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(apps poll)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A5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(link events)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A5, O5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state, replayed in a GUI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(graph and flows)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Forward*, IP Fabric*: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(snapshots)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NDTwin is the wrong pick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374904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instead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config, ACL, reachability checks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Batfish, Forward*, IP Fabric*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NOS behaviour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GNS3, CML*, Containerlab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hardware P4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ONOS+Stratum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.p4, least friction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VM, p4-utils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 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twin of a network you do not control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Forward*, IP Fabric*, sFlow-RT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(O1 needs its own Ryu app)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10 switches, 128 hosts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ns-3, Batfish, IP Fabric*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measured: 10 / 128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packet rates on the P4 plane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 plane or hardware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~16-20 kpps, one flow, fast build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F-bmv2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traffic-aware what-if beyond power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ns-3, RouteNet-Fermi†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switch power-off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A6, 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switches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ONOS, Mininet+Ryu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coded, no run on record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ranked: 1-6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2743200"/>
                <a:gridCol w="310896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.p4 only via a lab CLI tied to one machine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ndt:1602,1642; ndtwin-lab:98; KI G-7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user-level command; install-time config; clean-VM CI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report success that did not happen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api_routes.py:548; KI C-6, C-7, A-4g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non-2xx with reason; wait mode with per-entry 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means idle or blind; slow flows vanish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C-9, B-x reverse; FlowLinkUsageCollector.hpp:91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when silent; window parameter; contract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rule changes lost on proxy restart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rule_journal.py:247; main.py:51; KI A-4c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the opt-in replay; journal table_entry; kernel reads boot_id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cycle cuts hosts, checks green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OVSPowerStrategy.cpp:475; KI B-9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ofport on re-add; ping before "success"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view lags, can show rejected rules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C-4b, C-4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read-back from the switch; ghost filter on OVS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ranked: 7-12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2743200"/>
                <a:gridCol w="310896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stops silently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integration-matrix.md:147; KI B-3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reconnect with backoff; refuse instead of 200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 must be declared; OVS copy fixed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TopologyAndFlowMonitor.cpp:2373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 fabric from model; undeclared vertices; 64-switch run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narrow, no check on record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energy_saving_simulator.cpp:467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link-removal input; predicted vs measured run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plane narrower than OpenFlow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P4RoutingStrategy.cpp:27; api_routes.py:880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ternary/range; ECMP selector; table size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an unmaintained controller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intelligent_router.py:618; Ryu 4.34 (2019)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to os-ken, current Python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are sampled estimates; exact counters unused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FlowLinkUsageCollector.cpp:1339; ovs_4host_topo.py:164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samples under Mininet; P4 emitter too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ranked: 13-19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2743200"/>
                <a:gridCol w="310896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 reach apps only by polling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push in src/; topology_manager.py:415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stream (SSE); LLDP interval sweep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mirroring needs NDTwin as the controller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intelligent_router.py:617; O1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observer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open to the network, no auth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ControllerAndOtherEventHandler.cpp:100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127.0.0.1; token; narrow CORS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app can release another's lock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B-2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check on release and renew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translator: one cloud LLM, no run on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LLMAgent.cpp:138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endpoint; one end-to-end run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switch path: no run on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6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GraphTypes.hpp:140; no hardware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disclose: no testbed; mark "unverified"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P4 hardware target; bmv2 pps ceiling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ndtwin_switch.p4:32; KI F-bmv2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disclose: target discontinued; state pps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21/generator/../figures/next/_hires/fig_p20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947" y="256032"/>
            <a:ext cx="9595801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2026-10-08T11:34:39Z</dcterms:created>
  <dcterms:modified xsi:type="dcterms:W3CDTF">2026-10-08T11:34:39Z</dcterms:modified>
</cp:coreProperties>
</file>