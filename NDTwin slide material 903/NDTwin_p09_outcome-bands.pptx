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OUTCOME HAD A MEANING FIRST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variables · three registered bands each · no “failed experiment”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933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R = fast ÷ stock,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975104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975104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partly the path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487168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&lt; 9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88864" y="1975104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2016" y="1975104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build 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88864" y="2487168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9 – 20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00288" y="1975104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3440" y="1975104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path was capping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00288" y="2487168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&gt; 20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88864" y="1920240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00288" y="1920240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2798064"/>
            <a:ext cx="9034272" cy="7315"/>
          </a:xfrm>
          <a:prstGeom prst="line">
            <a:avLst/>
          </a:prstGeom>
          <a:noFill/>
          <a:ln w="17780">
            <a:solidFill>
              <a:srgbClr val="4F4F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97298" y="2798064"/>
            <a:ext cx="2112864" cy="7315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97298" y="2706624"/>
            <a:ext cx="7315" cy="182880"/>
          </a:xfrm>
          <a:prstGeom prst="line">
            <a:avLst/>
          </a:prstGeom>
          <a:noFill/>
          <a:ln w="3048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0161" y="2706624"/>
            <a:ext cx="7315" cy="182880"/>
          </a:xfrm>
          <a:prstGeom prst="line">
            <a:avLst/>
          </a:prstGeom>
          <a:noFill/>
          <a:ln w="3048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62821" y="2706624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7021" y="2889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8.0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38177" y="28895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(5.14, 12.0)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71232" y="28895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crosses the cut — a gap we disclose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33284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77240" y="36393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P(1024) ÷ P(64),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pps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77440" y="3310128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50592" y="3310128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bandwidth-limited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77440" y="3822192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 – 0.12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388864" y="3310128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2016" y="3310128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mixed cost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88864" y="3822192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between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400288" y="3310128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73440" y="3310128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per-packet cost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00288" y="3822192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– 1.30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388864" y="3255264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00288" y="3255264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4133088"/>
            <a:ext cx="9034272" cy="7315"/>
          </a:xfrm>
          <a:prstGeom prst="line">
            <a:avLst/>
          </a:prstGeom>
          <a:noFill/>
          <a:ln w="17780">
            <a:solidFill>
              <a:srgbClr val="4F4F4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30384" y="4041648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44584" y="4224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377440" y="422452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was registered as a result, not as “inconclusive”  ·  P(256)/P(64) also inside its H1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" y="46634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777240" y="497433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at n = 2,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134104" y="4645152"/>
            <a:ext cx="2760472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34104" y="4645152"/>
            <a:ext cx="2760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134104" y="5157216"/>
            <a:ext cx="276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– 150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134104" y="4590288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94576" y="4590288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5468112"/>
            <a:ext cx="9034272" cy="7315"/>
          </a:xfrm>
          <a:prstGeom prst="line">
            <a:avLst/>
          </a:prstGeom>
          <a:noFill/>
          <a:ln w="17780">
            <a:solidFill>
              <a:srgbClr val="4F4F4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94576" y="5468112"/>
            <a:ext cx="3513328" cy="7315"/>
          </a:xfrm>
          <a:prstGeom prst="line">
            <a:avLst/>
          </a:prstGeom>
          <a:noFill/>
          <a:ln w="27940">
            <a:solidFill>
              <a:srgbClr val="4F4F4F"/>
            </a:solidFill>
            <a:prstDash val="sysDot"/>
          </a:ln>
        </p:spPr>
      </p:sp>
      <p:sp>
        <p:nvSpPr>
          <p:cNvPr id="53" name="Shape 51"/>
          <p:cNvSpPr/>
          <p:nvPr/>
        </p:nvSpPr>
        <p:spPr>
          <a:xfrm>
            <a:off x="10316464" y="5376672"/>
            <a:ext cx="182880" cy="182880"/>
          </a:xfrm>
          <a:prstGeom prst="ellipse">
            <a:avLst/>
          </a:prstGeom>
          <a:solidFill>
            <a:srgbClr val="9C3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53424" y="55595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220.0 · both arms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390384" y="4974336"/>
            <a:ext cx="1737360" cy="365760"/>
          </a:xfrm>
          <a:prstGeom prst="rect">
            <a:avLst/>
          </a:prstGeom>
          <a:solidFill>
            <a:srgbClr val="FBF2F0"/>
          </a:solidFill>
          <a:ln w="16510">
            <a:solidFill>
              <a:srgbClr val="9C3B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90384" y="4974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RULE FIRED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2377440" y="5559552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that generated every interval was wrong — the curve stands, the intervals do not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is which band it landed in. All three bands were results.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drawn equal-width on purpose: before the data, all three were equally admissible. Intervals transcribed from the three PREREGs; the abandonment rule is 48487ed, written before data.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2026-09-08T09:46:22Z</dcterms:created>
  <dcterms:modified xsi:type="dcterms:W3CDTF">2026-09-08T09:46:22Z</dcterms:modified>
</cp:coreProperties>
</file>