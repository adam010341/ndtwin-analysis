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NDTwin Network Digital Twin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Manual, Proven End to End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43814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one unstated build flag is worth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8704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　·　2026-09-03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408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62456" y="232257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62456" y="279806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the public document, in a clean room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59975" y="2340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4–6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401568"/>
            <a:ext cx="10637215" cy="9144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661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62456" y="354787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say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62456" y="40233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 = 8× · capacity depends on flow count · 18 papers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859975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7–17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626864"/>
            <a:ext cx="10637215" cy="9144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9145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62456" y="47731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and what's next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62456" y="52486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round · a criterion that measured the wrong thing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59975" y="47914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18–23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written on 27 August · one asked for since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8836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06240" y="1883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IN ADVANCE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0" y="188366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0292" cy="7680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28600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22860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the public document, clean room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67728" y="2487168"/>
            <a:ext cx="137160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228600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and the site is open in the next tab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16382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91840"/>
            <a:ext cx="50292" cy="7680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29184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MERGE MOVE THE WALL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329184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1-in-8 cell's loss moves, or it does not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67728" y="3493008"/>
            <a:ext cx="137160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329184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cells ran — the criterion could not see the wall (p. 19)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16966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297680"/>
            <a:ext cx="50292" cy="76809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" y="429768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DEFAULT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06240" y="429768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L0–L4 suite passes on the fast build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67728" y="4498848"/>
            <a:ext cx="137160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429768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provenance verified · the suite has not run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517550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303520"/>
            <a:ext cx="50292" cy="76809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" y="530352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 RING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206240" y="530352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to 0/6–0/8 on the fixed build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67728" y="5504688"/>
            <a:ext cx="137160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55046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530352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deprioritised · carried forward as written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the public document in a clean room — the site itself is the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MANUAL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INSTALLS, AND IT RUNS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clean-room VM · every command as printed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777240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steps run verbatim — zero non-zero exit codes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44898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6800" dirty="0"/>
          </a:p>
        </p:txBody>
      </p:sp>
      <p:sp>
        <p:nvSpPr>
          <p:cNvPr id="10" name="Shape 8"/>
          <p:cNvSpPr/>
          <p:nvPr/>
        </p:nvSpPr>
        <p:spPr>
          <a:xfrm>
            <a:off x="4444898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4898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reach each other on the fabric the manual builds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12557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6800" dirty="0"/>
          </a:p>
        </p:txBody>
      </p:sp>
      <p:sp>
        <p:nvSpPr>
          <p:cNvPr id="13" name="Shape 11"/>
          <p:cNvSpPr/>
          <p:nvPr/>
        </p:nvSpPr>
        <p:spPr>
          <a:xfrm>
            <a:off x="8112557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2557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API endpoints exist, with the right methods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 on the optional fast build — the debug install untouched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44898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s</a:t>
            </a:r>
            <a:endParaRPr lang="en-US" sz="6800" dirty="0"/>
          </a:p>
        </p:txBody>
      </p:sp>
      <p:sp>
        <p:nvSpPr>
          <p:cNvPr id="19" name="Shape 17"/>
          <p:cNvSpPr/>
          <p:nvPr/>
        </p:nvSpPr>
        <p:spPr>
          <a:xfrm>
            <a:off x="4444898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4898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whole stack to converge, on a real clock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12557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800" dirty="0"/>
          </a:p>
        </p:txBody>
      </p:sp>
      <p:sp>
        <p:nvSpPr>
          <p:cNvPr id="22" name="Shape 20"/>
          <p:cNvSpPr/>
          <p:nvPr/>
        </p:nvSpPr>
        <p:spPr>
          <a:xfrm>
            <a:off x="8112557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2557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no page — 29% of the HTTP surface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manual itself, live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MANUAL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RUNNING IT FOUND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the document could not show · four fixed, two open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048256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2048256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for the wrong error string · an undocumented interactive prompt · “wait 60 s” measured 80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834640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proxy wrote rules before noticing the port was taken · the lock API accepted malformed requests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621024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621024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621024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 matches fabric: 4 hosts” printed over 128 — it compares the model with the model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407408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407408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PHANTOM ROW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4407408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queued, unprogrammed request served as a flow-table row · visible at t = 0 only, on both planes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50292" cy="64008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5193792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5193792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Ubuntu Server variant · twelve undocumented routes, one of them called by the shipping GUI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are system defects — found by running the document, not by reading 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doc/2026-08-30_manual-verification-report.md (798f9f5) · FINDING-01 and FINDING-03 at 569f976 · fixes at 89c1754, e29424e, dff87f9.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say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unstated build flag, a capacity that depends on flow count, and eighteen papers that state neither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03/generator/../figures/page_M_cost-and-bene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08" y="457200"/>
            <a:ext cx="1006848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PRE-REGISTERED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+0.530 s, inside the registered 0.4–0.6 s band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POST-HOC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registered before the data was read — an observation, not a result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was the access layer; BMv2's is real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page_bandwidth-cei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360" y="987552"/>
            <a:ext cx="8798976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SHORT BARS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ECMP hashed onto the top four — not a capacity floor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53.1 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interface-counter rate · 32 TCP flows · one link's ECMP share · host CPU 98.7%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is a function of flow count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fig2_perflow_mono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675" y="987552"/>
            <a:ext cx="5054346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is iperf3 -u and “clean rate” is read from loss — this is a UDP claim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 on TCP: T(16)/T(1) = 1.222 and 1.108 — no collapse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plane holds its cap; the other collapses below it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_hires/fig7_aggregate_two_p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0501" y="987552"/>
            <a:ext cx="5670694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UDP, BOTH PLANES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ladders are iperf3 -u -l 1400 · with TCP the collapse does not appear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CLAIM 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“UDP collapses ≈10×”, not “BMv2 collapses”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two units, sixteen times apart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fig1_unit_ambig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937" y="987552"/>
            <a:ext cx="5585821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AMBIGUITY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moves 1.25× while bit rate moves 16× — Mbit/s without a packet size is a 16× hole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PAPERS, AND WHAT THEY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them measure BMv2 · counted, not estimated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7215" cy="914400"/>
        </p:xfrm>
        <a:graphic>
          <a:graphicData uri="http://schemas.openxmlformats.org/drawingml/2006/table">
            <a:tbl>
              <a:tblPr/>
              <a:tblGrid>
                <a:gridCol w="5989320"/>
                <a:gridCol w="1691640"/>
                <a:gridCol w="2953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the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a throughput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measure latency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build flags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variable worth 8× 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 build comparison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BMv2 variant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from one lab lineage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 packet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flow count as a 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5632704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996696" y="563270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7440" y="5632704"/>
            <a:ext cx="9037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variable we measured at 8× is the one none of them state — in our sample of 18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doc/2026-08-29_bmv2-performance-study.md §2-1 at b2cd6b5. Every negative is a statement about these 18 papers and the search boundary in §5-4 — not about the literature.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papers, nine reporting dimensions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_hires/fig5_reporting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9919" y="987552"/>
            <a:ext cx="6391858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ARE THE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totals are asserted against the survey table — a drift crashes the plot rather than drawing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headline numbers, one axis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_hires/fig6_twelve_numbers_one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161" y="987552"/>
            <a:ext cx="5629374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CANNOT BE PLACED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publish no bit-rate headline · 1/12 is a working point, not a ceiling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CONVERTED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packets-per-second headline stays in packets per second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 throughputs span ~2,500×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fig4_literature_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029" y="987552"/>
            <a:ext cx="7135637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~0.57 Mbit/s to ~1.4 Gbit/s · one build flag on one machine is worth 8× of that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 not the same as reported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_hires/fig8_known_but_never_rep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806" y="987552"/>
            <a:ext cx="7512083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CHECK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read, not re-measured · BMv2's own page says the debug build is slow, and two papers cite 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states its own build · build flags stated: 0/12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and what's next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round, a criterion that measured the wrong quantity, and what the next report will carry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criterion never measured the quantity its name says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3/generator/../figures/page_ceiling-not-read-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664" y="987552"/>
            <a:ext cx="7354368" cy="30723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13308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279392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279392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 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4279392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fired 0 times in 72 cells · all four arms right-censored · indistinguishable, not equal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4882896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LINE MISLEADS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06240" y="4882896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÷ truth reads 1.009 at the rung that destroys 87–89% of the traffic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3" name="Text 10"/>
          <p:cNvSpPr/>
          <p:nvPr/>
        </p:nvSpPr>
        <p:spPr>
          <a:xfrm>
            <a:off x="996696" y="548640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NOT ESTIMABLE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06240" y="5486400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on/off is aliased with leg and time of day — a confound, not noise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TRAFFIC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arms · registered before any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048256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DISCRIMINATES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048256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endpoint went 8 → 12 under load and tracked the churn — the gate held on both arms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83464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834640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39/39 against the live kernel, plus a 52-check self-test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621024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621024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128-HOST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621024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manual's own worked example passes as printed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407408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407408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NOT ASKED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407408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question is unanswerable at 128 hosts — one sample costs 735 ms and needs 500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5193792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 BY SAMPLING HARDER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5193792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is slower than the thing it measures · answered at 4 hosts instead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 5cbd672, written before any data; kernel 1208d22, rebuild byte-identical. One sample = three endpoints, of which all_destination_paths is 699 ms and 931 KB.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WRITING UP?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asking, not arguing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56816"/>
            <a:ext cx="50292" cy="5120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938528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96696" y="2231136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quantified what an unstated build flag costs?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2962656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9626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962656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 · 8.0× on a single hop · 12× across three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52958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529584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ambiguity adds 16× on the same data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96512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0965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4096512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0/12 state that flag, in our sample of 18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77240" y="4663440"/>
            <a:ext cx="50292" cy="54864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66344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CHECK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4663440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~2,500× spread has no attributable cause — from reading, not measured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77240" y="5230368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523036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230368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find anyone who has done this · a pointer would be the useful answer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that this is unknown — that being known has not made it reported.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FOR THE NEXT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each with the test that settles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ceiling with a criterion that can see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never fired in 72 cells, so the arms cannot be told apart.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a registered criterion reads out a rung the data plane actually fails at.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6013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60138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third question on its own terms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60138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build's install and provenance are verified. The functional suite is not.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60138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97882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the whole L0–L4 suite passes on the fast build.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43037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43037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manual line to publishable grade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43037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whole-stack and API page are green. Four executable pages remain.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43037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80781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every executable page has been executed.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20 and 27 August pages, so the next report can be checked against this 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· open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836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4871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installs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48716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room · 12/12 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163824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108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page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310896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29/29 correct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785616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730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4408" y="373075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8.0× · 12× across three hops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407408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3525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64408" y="4352544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1.25× or 16×, by choice of unit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497433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64408" y="4974336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of flow count (UDP)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65099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" y="55961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64408" y="55961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0/12 state build flags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2542032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976" y="24871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ceiling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33688" y="248716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fidelity, not the wall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46520" y="3163824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665976" y="3108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as default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33688" y="310896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L0–L4 has not run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46520" y="3785616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665976" y="3730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remaining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33688" y="373075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executable pages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46520" y="4407408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7" name="Text 35"/>
          <p:cNvSpPr/>
          <p:nvPr/>
        </p:nvSpPr>
        <p:spPr>
          <a:xfrm>
            <a:off x="6665976" y="43525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 ring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33688" y="4352544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never taken to 6–8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46520" y="5029200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0" name="Text 38"/>
          <p:cNvSpPr/>
          <p:nvPr/>
        </p:nvSpPr>
        <p:spPr>
          <a:xfrm>
            <a:off x="6665976" y="497433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33688" y="4974336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aliased with time of day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46520" y="565099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3" name="Text 41"/>
          <p:cNvSpPr/>
          <p:nvPr/>
        </p:nvSpPr>
        <p:spPr>
          <a:xfrm>
            <a:off x="6665976" y="55961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routes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33688" y="55961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· one used by the GUI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665976" y="62727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items are what the next report answers.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2026-09-02T13:24:07Z</dcterms:created>
  <dcterms:modified xsi:type="dcterms:W3CDTF">2026-09-02T13:24:07Z</dcterms:modified>
</cp:coreProperties>
</file>