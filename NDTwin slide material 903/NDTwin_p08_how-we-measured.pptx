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56032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WHAT THE EXPERIMENTS SAY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777240" y="5486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40" kern="0" dirty="0">
                <a:solidFill>
                  <a:srgbClr val="1A1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MEASURED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1243584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3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gates · three experiments · and where they do not hold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1664208"/>
            <a:ext cx="10637215" cy="9144"/>
          </a:xfrm>
          <a:prstGeom prst="line">
            <a:avLst/>
          </a:prstGeom>
          <a:noFill/>
          <a:ln w="12700">
            <a:solidFill>
              <a:srgbClr val="D0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55648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80" kern="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508760" y="1737360"/>
            <a:ext cx="9905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×1.5 rungs  ·  clean = loss ≤ 0.5% on 3-rep medians  ·  ±1 rung is the resolution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276856" y="2112264"/>
            <a:ext cx="237744" cy="27432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22576" y="2185416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0" name="Shape 8"/>
          <p:cNvSpPr/>
          <p:nvPr/>
        </p:nvSpPr>
        <p:spPr>
          <a:xfrm>
            <a:off x="2322576" y="2258568"/>
            <a:ext cx="146304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2432304" y="2304288"/>
            <a:ext cx="118872" cy="118872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499616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PREREGISTERED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2327148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1499616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intervals, meanings and when to abandon — all before data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0" y="2157984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6" name="Shape 14"/>
          <p:cNvSpPr/>
          <p:nvPr/>
        </p:nvSpPr>
        <p:spPr>
          <a:xfrm>
            <a:off x="4187952" y="2276856"/>
            <a:ext cx="219456" cy="685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364992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MIRRORED ARMS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192524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is the unit; a rep is a re-read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43600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81344" y="2157984"/>
            <a:ext cx="128016" cy="182880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94476" y="2208276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3" name="Shape 21"/>
          <p:cNvSpPr/>
          <p:nvPr/>
        </p:nvSpPr>
        <p:spPr>
          <a:xfrm>
            <a:off x="6094476" y="2267712"/>
            <a:ext cx="64008" cy="29261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5230368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IDENTITY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6057900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5230368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builds print 1.15.3-f0b7d201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891272" y="2148840"/>
            <a:ext cx="201168" cy="201168"/>
          </a:xfrm>
          <a:prstGeom prst="rect">
            <a:avLst/>
          </a:prstGeom>
          <a:solidFill>
            <a:srgbClr val="FFFFFF"/>
          </a:solidFill>
          <a:ln w="17780">
            <a:solidFill>
              <a:srgbClr val="9C3B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836408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29" name="Shape 27"/>
          <p:cNvSpPr/>
          <p:nvPr/>
        </p:nvSpPr>
        <p:spPr>
          <a:xfrm>
            <a:off x="8092440" y="2203704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0" name="Shape 28"/>
          <p:cNvSpPr/>
          <p:nvPr/>
        </p:nvSpPr>
        <p:spPr>
          <a:xfrm>
            <a:off x="7836408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1" name="Shape 29"/>
          <p:cNvSpPr/>
          <p:nvPr/>
        </p:nvSpPr>
        <p:spPr>
          <a:xfrm>
            <a:off x="8092440" y="2267712"/>
            <a:ext cx="54864" cy="29261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2" name="Text 30"/>
          <p:cNvSpPr/>
          <p:nvPr/>
        </p:nvSpPr>
        <p:spPr>
          <a:xfrm>
            <a:off x="7095744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GATE</a:t>
            </a:r>
            <a:endParaRPr lang="en-US" sz="1450" dirty="0"/>
          </a:p>
        </p:txBody>
      </p:sp>
      <p:sp>
        <p:nvSpPr>
          <p:cNvPr id="33" name="Shape 31"/>
          <p:cNvSpPr/>
          <p:nvPr/>
        </p:nvSpPr>
        <p:spPr>
          <a:xfrm>
            <a:off x="7923276" y="3383280"/>
            <a:ext cx="137160" cy="1426464"/>
          </a:xfrm>
          <a:prstGeom prst="rect">
            <a:avLst/>
          </a:prstGeom>
          <a:solidFill>
            <a:srgbClr val="9C3B2E"/>
          </a:solidFill>
          <a:ln/>
        </p:spPr>
      </p:sp>
      <p:sp>
        <p:nvSpPr>
          <p:cNvPr id="34" name="Text 32"/>
          <p:cNvSpPr/>
          <p:nvPr/>
        </p:nvSpPr>
        <p:spPr>
          <a:xfrm>
            <a:off x="7095744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sampler — on m2 it missed a co-tenant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9701784" y="2157984"/>
            <a:ext cx="182880" cy="182880"/>
          </a:xfrm>
          <a:prstGeom prst="ellipse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29800" y="2157984"/>
            <a:ext cx="182880" cy="182880"/>
          </a:xfrm>
          <a:prstGeom prst="ellipse">
            <a:avLst/>
          </a:prstGeom>
          <a:solidFill>
            <a:srgbClr val="EEF3F6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0" y="2633472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450" b="1" spc="4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READOUT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9788652" y="3383280"/>
            <a:ext cx="137160" cy="14264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9" name="Text 37"/>
          <p:cNvSpPr/>
          <p:nvPr/>
        </p:nvSpPr>
        <p:spPr>
          <a:xfrm>
            <a:off x="8961120" y="4992624"/>
            <a:ext cx="17922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drops read 0 while bmv2 lost 79.66%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77240" y="3429000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2039112" y="352958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42" name="Shape 40"/>
          <p:cNvSpPr/>
          <p:nvPr/>
        </p:nvSpPr>
        <p:spPr>
          <a:xfrm>
            <a:off x="2103120" y="3584448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395728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261104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91856" y="3584448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857232" y="3584448"/>
            <a:ext cx="256032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7240" y="3941064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039112" y="4041648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0" name="Shape 48"/>
          <p:cNvSpPr/>
          <p:nvPr/>
        </p:nvSpPr>
        <p:spPr>
          <a:xfrm>
            <a:off x="2103120" y="4096512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95728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61104" y="4096512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7991856" y="4096512"/>
            <a:ext cx="1865376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9857232" y="4096512"/>
            <a:ext cx="256032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777240" y="445312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50" kern="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2039112" y="4553712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8" name="Shape 56"/>
          <p:cNvSpPr/>
          <p:nvPr/>
        </p:nvSpPr>
        <p:spPr>
          <a:xfrm>
            <a:off x="2103120" y="4608576"/>
            <a:ext cx="292608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395728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1104" y="4608576"/>
            <a:ext cx="1865376" cy="7315"/>
          </a:xfrm>
          <a:prstGeom prst="line">
            <a:avLst/>
          </a:prstGeom>
          <a:noFill/>
          <a:ln w="33020">
            <a:solidFill>
              <a:srgbClr val="065A8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126480" y="4608576"/>
            <a:ext cx="1572768" cy="7315"/>
          </a:xfrm>
          <a:prstGeom prst="line">
            <a:avLst/>
          </a:prstGeom>
          <a:noFill/>
          <a:ln w="27940">
            <a:solidFill>
              <a:srgbClr val="065A82"/>
            </a:solidFill>
            <a:prstDash val="dash"/>
          </a:ln>
        </p:spPr>
      </p:sp>
      <p:sp>
        <p:nvSpPr>
          <p:cNvPr id="62" name="Shape 60"/>
          <p:cNvSpPr/>
          <p:nvPr/>
        </p:nvSpPr>
        <p:spPr>
          <a:xfrm>
            <a:off x="7731252" y="4503420"/>
            <a:ext cx="210312" cy="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1252" y="4713732"/>
            <a:ext cx="210312" cy="-210312"/>
          </a:xfrm>
          <a:prstGeom prst="line">
            <a:avLst/>
          </a:prstGeom>
          <a:noFill/>
          <a:ln w="35560">
            <a:solidFill>
              <a:srgbClr val="9C3B2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19872" y="4608576"/>
            <a:ext cx="1737360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5" name="Shape 63"/>
          <p:cNvSpPr/>
          <p:nvPr/>
        </p:nvSpPr>
        <p:spPr>
          <a:xfrm>
            <a:off x="9857232" y="4608576"/>
            <a:ext cx="256032" cy="7315"/>
          </a:xfrm>
          <a:prstGeom prst="line">
            <a:avLst/>
          </a:prstGeom>
          <a:noFill/>
          <a:ln w="30480">
            <a:solidFill>
              <a:srgbClr val="4F4F4F"/>
            </a:solidFill>
            <a:prstDash val="sysDot"/>
          </a:ln>
        </p:spPr>
      </p:sp>
      <p:sp>
        <p:nvSpPr>
          <p:cNvPr id="66" name="Text 64"/>
          <p:cNvSpPr/>
          <p:nvPr/>
        </p:nvSpPr>
        <p:spPr>
          <a:xfrm>
            <a:off x="4407408" y="327355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restarts per arm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6272784" y="378561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weaker, disclosed</a:t>
            </a:r>
            <a:endParaRPr lang="en-US" sz="1150" dirty="0"/>
          </a:p>
        </p:txBody>
      </p:sp>
      <p:sp>
        <p:nvSpPr>
          <p:cNvPr id="68" name="Text 66"/>
          <p:cNvSpPr/>
          <p:nvPr/>
        </p:nvSpPr>
        <p:spPr>
          <a:xfrm>
            <a:off x="8174736" y="42976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9C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detector</a:t>
            </a:r>
            <a:endParaRPr lang="en-US" sz="1150" dirty="0"/>
          </a:p>
        </p:txBody>
      </p:sp>
      <p:sp>
        <p:nvSpPr>
          <p:cNvPr id="69" name="Shape 67"/>
          <p:cNvSpPr/>
          <p:nvPr/>
        </p:nvSpPr>
        <p:spPr>
          <a:xfrm>
            <a:off x="10168128" y="3438144"/>
            <a:ext cx="7315" cy="1316736"/>
          </a:xfrm>
          <a:prstGeom prst="line">
            <a:avLst/>
          </a:prstGeom>
          <a:noFill/>
          <a:ln w="15240">
            <a:solidFill>
              <a:srgbClr val="D0D0D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351008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24744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2" name="Shape 70"/>
          <p:cNvSpPr/>
          <p:nvPr/>
        </p:nvSpPr>
        <p:spPr>
          <a:xfrm>
            <a:off x="10415016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3" name="Shape 71"/>
          <p:cNvSpPr/>
          <p:nvPr/>
        </p:nvSpPr>
        <p:spPr>
          <a:xfrm>
            <a:off x="10954512" y="3511296"/>
            <a:ext cx="457200" cy="310896"/>
          </a:xfrm>
          <a:prstGeom prst="rect">
            <a:avLst/>
          </a:prstGeom>
          <a:solidFill>
            <a:srgbClr val="FFFFFF"/>
          </a:solidFill>
          <a:ln w="17780">
            <a:solidFill>
              <a:srgbClr val="065A8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128248" y="3822192"/>
            <a:ext cx="109728" cy="6400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5" name="Shape 73"/>
          <p:cNvSpPr/>
          <p:nvPr/>
        </p:nvSpPr>
        <p:spPr>
          <a:xfrm>
            <a:off x="11018520" y="3886200"/>
            <a:ext cx="329184" cy="457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6" name="Text 74"/>
          <p:cNvSpPr/>
          <p:nvPr/>
        </p:nvSpPr>
        <p:spPr>
          <a:xfrm>
            <a:off x="10351008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0954512" y="398678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241280" y="4261104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2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200" dirty="0"/>
          </a:p>
        </p:txBody>
      </p:sp>
      <p:sp>
        <p:nvSpPr>
          <p:cNvPr id="79" name="Text 77"/>
          <p:cNvSpPr/>
          <p:nvPr/>
        </p:nvSpPr>
        <p:spPr>
          <a:xfrm>
            <a:off x="777240" y="5888736"/>
            <a:ext cx="995141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“we were rigorous” — this is the shape of it, and where it breaks.</a:t>
            </a:r>
            <a:endParaRPr lang="en-US" sz="1600" dirty="0"/>
          </a:p>
        </p:txBody>
      </p:sp>
      <p:sp>
        <p:nvSpPr>
          <p:cNvPr id="80" name="Text 78"/>
          <p:cNvSpPr/>
          <p:nvPr/>
        </p:nvSpPr>
        <p:spPr>
          <a:xfrm>
            <a:off x="777240" y="6327648"/>
            <a:ext cx="9951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Transcribed from paper/abstract §“Three preregistered measurements”. Solid = as registered · dashed = weaker, disclosed · broken = the gate did not exist for that experiment.</a:t>
            </a:r>
            <a:endParaRPr lang="en-US" sz="1200" dirty="0"/>
          </a:p>
        </p:txBody>
      </p:sp>
      <p:sp>
        <p:nvSpPr>
          <p:cNvPr id="81" name="Text 79"/>
          <p:cNvSpPr/>
          <p:nvPr/>
        </p:nvSpPr>
        <p:spPr>
          <a:xfrm>
            <a:off x="10972800" y="632764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2026-09-08T09:46:22Z</dcterms:created>
  <dcterms:modified xsi:type="dcterms:W3CDTF">2026-09-08T09:46:22Z</dcterms:modified>
</cp:coreProperties>
</file>