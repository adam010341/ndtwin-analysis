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· three experiments · and where they do not hold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rungs  ·  clean = loss ≤ 0.5% on 3-rep medians  ·  ±1 rung is the resolution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76856" y="2112264"/>
            <a:ext cx="237744" cy="27432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2576" y="2185416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2322576" y="2258568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432304" y="230428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9616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327148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499616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intervals, meanings and when to abandon — all before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2157984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4187952" y="2276856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MIRRORED ARMS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192524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is the unit; a rep is a re-read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208276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4476" y="2267712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IDENTITY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57900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builds print 1.15.3-f0b7d201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2148840"/>
            <a:ext cx="201168" cy="201168"/>
          </a:xfrm>
          <a:prstGeom prst="rect">
            <a:avLst/>
          </a:prstGeom>
          <a:solidFill>
            <a:srgbClr val="FFFFFF"/>
          </a:solidFill>
          <a:ln w="17780">
            <a:solidFill>
              <a:srgbClr val="9C3B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36408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6408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7095744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GATE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923276" y="3383280"/>
            <a:ext cx="137160" cy="1426464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7095744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sampler — on m2 it missed a co-tenant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01784" y="2157984"/>
            <a:ext cx="182880" cy="1828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157984"/>
            <a:ext cx="182880" cy="182880"/>
          </a:xfrm>
          <a:prstGeom prst="ellipse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READOUT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788652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drops read 0 while bmv2 lost 79.66%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" y="34290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039112" y="35295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2103120" y="3584448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95728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61104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91856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57232" y="3584448"/>
            <a:ext cx="256032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39410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039112" y="4041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2103120" y="4096512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61104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91856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857232" y="4096512"/>
            <a:ext cx="256032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77240" y="44531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39112" y="45537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8" name="Shape 56"/>
          <p:cNvSpPr/>
          <p:nvPr/>
        </p:nvSpPr>
        <p:spPr>
          <a:xfrm>
            <a:off x="2103120" y="4608576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95728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4608576"/>
            <a:ext cx="1572768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731252" y="4503420"/>
            <a:ext cx="210312" cy="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1252" y="4713732"/>
            <a:ext cx="210312" cy="-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4608576"/>
            <a:ext cx="1737360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9857232" y="4608576"/>
            <a:ext cx="256032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6" name="Text 64"/>
          <p:cNvSpPr/>
          <p:nvPr/>
        </p:nvSpPr>
        <p:spPr>
          <a:xfrm>
            <a:off x="4407408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per arm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272784" y="3785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weaker, disclosed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74736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detector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10168128" y="3438144"/>
            <a:ext cx="7315" cy="1316736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51008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24744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2" name="Shape 70"/>
          <p:cNvSpPr/>
          <p:nvPr/>
        </p:nvSpPr>
        <p:spPr>
          <a:xfrm>
            <a:off x="10415016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54512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28248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11018520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6" name="Text 74"/>
          <p:cNvSpPr/>
          <p:nvPr/>
        </p:nvSpPr>
        <p:spPr>
          <a:xfrm>
            <a:off x="10351008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954512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241280" y="42611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“we were rigorous” — this is the shape of it, and where it breaks.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from paper/abstract §“Three preregistered measurements”. Solid = as registered · dashed = weaker, disclosed · broken = the gate did not exist for that experiment.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DOES NOT HOLD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crossings we did not make cleanly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93392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993392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IDENTITY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993392"/>
            <a:ext cx="7573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experiment checks a bidirectional symbol signature per arm against a negative control · size and flow read the binary off the process command 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50292" cy="64008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7432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7573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how we know both builds print the same version string, 1.15.3-f0b7d201 — the check that caught us out is the one worth keeping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49300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493008"/>
            <a:ext cx="7573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experiment predates the CPU gate entirely and is reported with no foreign-load detector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242816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242816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COVERAGE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242816"/>
            <a:ext cx="7573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m2 the gate was a pre-run snapshot · it missed a co-tenant, and we found that from the tenant's own ledger, not from the gate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992624"/>
            <a:ext cx="50292" cy="64008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992624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IT CUT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992624"/>
            <a:ext cx="7573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load can only slow an arm, so the contaminated reading was the flattering one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is a sampler, so we report its coverage — not its presence.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paper/abstract §“Three preregistered measurements” and the second-machine paragraph. Every line here is already in the written record; none of it is new to this deck.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2026-09-08T09:46:22Z</dcterms:created>
  <dcterms:modified xsi:type="dcterms:W3CDTF">2026-09-08T09:46:22Z</dcterms:modified>
</cp:coreProperties>
</file>