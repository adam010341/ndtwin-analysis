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22529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asks · the test each was given · today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82880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IN ADVANCE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1828800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76272"/>
            <a:ext cx="4572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217627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OVS RECOVERY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94760" y="21762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recompute + install = 51.75 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67728" y="2295144"/>
            <a:ext cx="1280160" cy="329184"/>
          </a:xfrm>
          <a:prstGeom prst="rect">
            <a:avLst/>
          </a:prstGeom>
          <a:solidFill>
            <a:srgbClr val="EEF3F6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22951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2176272"/>
            <a:ext cx="3001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balances · 87% is detection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2852928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80944"/>
            <a:ext cx="4572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2980944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794760" y="29809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positives, not detection time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67728" y="3099816"/>
            <a:ext cx="1280160" cy="329184"/>
          </a:xfrm>
          <a:prstGeom prst="rect">
            <a:avLst/>
          </a:prstGeom>
          <a:solidFill>
            <a:srgbClr val="EEF3F6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30998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980944"/>
            <a:ext cx="3001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3.9× faster · idle false positives 0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3657600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785616"/>
            <a:ext cx="45720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3785616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DEFAULT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3794760" y="37856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L0–L4 suite passes on the fast build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67728" y="3904488"/>
            <a:ext cx="1280160" cy="329184"/>
          </a:xfrm>
          <a:prstGeom prst="rect">
            <a:avLst/>
          </a:prstGeom>
          <a:solidFill>
            <a:srgbClr val="FBF2F0"/>
          </a:solidFill>
          <a:ln w="15240">
            <a:solidFill>
              <a:srgbClr val="9C3B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39044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785616"/>
            <a:ext cx="3001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binaries separable · suite not run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4462272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590288"/>
            <a:ext cx="4572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" y="4590288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SFLOW JITTER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794760" y="4590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fabric · swap kernel, then rate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67728" y="4709160"/>
            <a:ext cx="1280160" cy="329184"/>
          </a:xfrm>
          <a:prstGeom prst="rect">
            <a:avLst/>
          </a:prstGeom>
          <a:solidFill>
            <a:srgbClr val="EEF3F6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4709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4590288"/>
            <a:ext cx="3001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· stops paying at 1-in-32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777240" y="526694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394960"/>
            <a:ext cx="45720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8" name="Text 36"/>
          <p:cNvSpPr/>
          <p:nvPr/>
        </p:nvSpPr>
        <p:spPr>
          <a:xfrm>
            <a:off x="978408" y="539496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/ MERGE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3794760" y="53949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moves the ceiling, or cost ≠ per byte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967728" y="5513832"/>
            <a:ext cx="1280160" cy="329184"/>
          </a:xfrm>
          <a:prstGeom prst="rect">
            <a:avLst/>
          </a:prstGeom>
          <a:solidFill>
            <a:srgbClr val="FBF2F0"/>
          </a:solidFill>
          <a:ln w="15240">
            <a:solidFill>
              <a:srgbClr val="9C3B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55138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5394960"/>
            <a:ext cx="3001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truncate: no · merge: wall unmeasured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77240" y="6345936"/>
            <a:ext cx="995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from the 20 August closing slide, two from the meetings since.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FAILOVER BUDGET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22529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hosts · one inter-switch link down · n = 10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65376"/>
            <a:ext cx="45720" cy="7863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847088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2121408"/>
            <a:ext cx="555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51.75 s go?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78408" y="24505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was that the terms add up, not that a cause is found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999232"/>
            <a:ext cx="45720" cy="6035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2999232"/>
            <a:ext cx="1124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99923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44.9 s · debounce 3.0 · recompute 0.25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7240" y="3803904"/>
            <a:ext cx="45720" cy="6035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3803904"/>
            <a:ext cx="1124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80390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is waiting to notice · both suspects &lt; 5%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4608576"/>
            <a:ext cx="45720" cy="6035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4608576"/>
            <a:ext cx="1124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460857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constant · probe 0.05 → 0.01 · 51.8 → 16.4 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7240" y="5413248"/>
            <a:ext cx="45720" cy="603504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" y="5413248"/>
            <a:ext cx="1124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541324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false positives only · threshold untouched</a:t>
            </a:r>
            <a:endParaRPr lang="en-US" sz="1550" dirty="0"/>
          </a:p>
        </p:txBody>
      </p:sp>
      <p:pic>
        <p:nvPicPr>
          <p:cNvPr id="22" name="Image 0" descr="/sessions/hopeful-sharp-hopper/mnt/Desktop/NDTwin slide material/NDTwin slide material 903/generator/exfig/ovs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054096"/>
            <a:ext cx="4736592" cy="21709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7240" y="6345936"/>
            <a:ext cx="995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at 4810e8f · detection at 07ae07c · after-fix at 45eccba.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45-POINT THREAD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22529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boot · CPU trace and kernel log from the same run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65376"/>
          <a:ext cx="10634472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554480"/>
                <a:gridCol w="1554480"/>
                <a:gridCol w="40050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calFlowPathByQueried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kHz path recompute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sFlow ingest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testCalAvgFlowSendingRates…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runs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purgeIdleFlows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runs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096512"/>
            <a:ext cx="45720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4096512"/>
            <a:ext cx="1673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51760" y="4096512"/>
            <a:ext cx="8762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 the samples · +0.53 points · sampling is not the cost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4663440"/>
            <a:ext cx="45720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978408" y="4663440"/>
            <a:ext cx="1673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51760" y="4663440"/>
            <a:ext cx="8762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recompute at 1 kHz · inherited · present at 28b8b13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" y="5230368"/>
            <a:ext cx="45720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978408" y="5230368"/>
            <a:ext cx="1673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51760" y="5230368"/>
            <a:ext cx="8762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 → 13.86% · ×3.48 with the rate · this is the cost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7240" y="5797296"/>
            <a:ext cx="45720" cy="493776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7" name="Text 14"/>
          <p:cNvSpPr/>
          <p:nvPr/>
        </p:nvSpPr>
        <p:spPr>
          <a:xfrm>
            <a:off x="978408" y="5797296"/>
            <a:ext cx="1673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HOW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51760" y="5797296"/>
            <a:ext cx="87626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trace from one boot · tid offset moves per build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6345936"/>
            <a:ext cx="995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 8c0516d · 46.31% falls between the 45.0 and 46.6 published on 20 August.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SAMPLE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PRE-REGISTERED, THEN WITHDRAWN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22529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cells · two levels · one control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47088"/>
            <a:ext cx="457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828800"/>
            <a:ext cx="104360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2103120"/>
            <a:ext cx="10436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sample count mean the same precision?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724912"/>
            <a:ext cx="45720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2724912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724912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held · 0.84% and 0.44% · six cells healthy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45720" cy="4937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3255264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TO CLAIM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3255264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not equivalent ⇒ the matrix cannot be skipped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3785616"/>
            <a:ext cx="45720" cy="493776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3785616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RESTED 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785616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clearing 0.1 · one cleared it by 0.040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77240" y="4315968"/>
            <a:ext cx="45720" cy="49377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4315968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4315968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parameters ×3 · spread moved 0.136 · range 0.240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77240" y="4846320"/>
            <a:ext cx="45720" cy="49377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4846320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4846320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cannot separate cell from cell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77240" y="5376672"/>
            <a:ext cx="45720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" y="5376672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TAKEN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5376672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to 0.24 rescues it — registration forbids that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77240" y="5925312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reversal was already in a draft of this deck. The control is why it is not in this one.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6345936"/>
            <a:ext cx="995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 a7c2bd7 · result 8d109f2 · control c62bf3e.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122529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· open · what the next report answers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983480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2880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4983480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0487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budget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74136" y="235915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· detection 87%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74136" y="290779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3.9× · false positives 0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350215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74136" y="345643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µs · switches flat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405079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4005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74136" y="40050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paying at 1-in-32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" y="459943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74136" y="455371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−5.6× bytes · ceiling unmoved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514807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" y="5102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74136" y="510235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high · four rounds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46520" y="2404872"/>
            <a:ext cx="457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647688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convergence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43416" y="235915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at N = 3 only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46520" y="2953512"/>
            <a:ext cx="457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647688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43416" y="290779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L0–L4 not run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446520" y="3502152"/>
            <a:ext cx="457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647688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43416" y="345643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· wall unmeasured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446520" y="405079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37" name="Text 35"/>
          <p:cNvSpPr/>
          <p:nvPr/>
        </p:nvSpPr>
        <p:spPr>
          <a:xfrm>
            <a:off x="6647688" y="4005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mechanism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043416" y="40050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receive-side · inferred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446520" y="459943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0" name="Text 38"/>
          <p:cNvSpPr/>
          <p:nvPr/>
        </p:nvSpPr>
        <p:spPr>
          <a:xfrm>
            <a:off x="6647688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× concurrency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043416" y="455371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between generations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446520" y="514807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3" name="Text 41"/>
          <p:cNvSpPr/>
          <p:nvPr/>
        </p:nvSpPr>
        <p:spPr>
          <a:xfrm>
            <a:off x="6647688" y="5102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false positives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43416" y="510235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only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446520" y="5696712"/>
            <a:ext cx="45720" cy="2743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6" name="Text 44"/>
          <p:cNvSpPr/>
          <p:nvPr/>
        </p:nvSpPr>
        <p:spPr>
          <a:xfrm>
            <a:off x="6647688" y="5650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043416" y="565099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s · unexplained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6647688" y="62727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items are what the next report answers.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2026-08-30T12:38:22Z</dcterms:created>
  <dcterms:modified xsi:type="dcterms:W3CDTF">2026-08-30T12:38:22Z</dcterms:modified>
</cp:coreProperties>
</file>