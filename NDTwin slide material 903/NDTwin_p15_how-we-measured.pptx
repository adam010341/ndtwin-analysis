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down first · the discipline all three tickets share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11680"/>
            <a:ext cx="2368296" cy="1316736"/>
          </a:xfrm>
          <a:prstGeom prst="rect">
            <a:avLst/>
          </a:prstGeom>
          <a:solidFill>
            <a:srgbClr val="EEF3F6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0848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2728" y="206654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23544" y="2432304"/>
            <a:ext cx="2075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outcome intervals · what each result would mean — frozen before any arm ran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45536" y="2670048"/>
            <a:ext cx="384048" cy="7315"/>
          </a:xfrm>
          <a:prstGeom prst="line">
            <a:avLst/>
          </a:prstGeom>
          <a:noFill/>
          <a:ln w="2032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29584" y="2011680"/>
            <a:ext cx="2368296" cy="1316736"/>
          </a:xfrm>
          <a:prstGeom prst="rect">
            <a:avLst/>
          </a:prstGeom>
          <a:solidFill>
            <a:srgbClr val="EEF3F6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0848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05072" y="206654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75888" y="2432304"/>
            <a:ext cx="2075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 is the unit · ≥2 per cell · mirrored 1 2 4 8 16 | 16 8 4 2 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0" y="2670048"/>
            <a:ext cx="384048" cy="7315"/>
          </a:xfrm>
          <a:prstGeom prst="line">
            <a:avLst/>
          </a:prstGeom>
          <a:noFill/>
          <a:ln w="2032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81928" y="2011680"/>
            <a:ext cx="2368296" cy="1316736"/>
          </a:xfrm>
          <a:prstGeom prst="rect">
            <a:avLst/>
          </a:prstGeom>
          <a:solidFill>
            <a:srgbClr val="EEF3F6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0848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57416" y="206654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28232" y="2432304"/>
            <a:ext cx="2075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 ladder to the highest clean rung · clean = loss ≤0.5% on 3-rep medians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50224" y="2670048"/>
            <a:ext cx="384048" cy="7315"/>
          </a:xfrm>
          <a:prstGeom prst="line">
            <a:avLst/>
          </a:prstGeom>
          <a:noFill/>
          <a:ln w="2032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34272" y="2011680"/>
            <a:ext cx="2368296" cy="1316736"/>
          </a:xfrm>
          <a:prstGeom prst="rect">
            <a:avLst/>
          </a:prstGeom>
          <a:solidFill>
            <a:srgbClr val="EEF3F6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20848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206654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80576" y="2432304"/>
            <a:ext cx="2075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quantisation interval 5.14–12.0 — not a point estimate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61388" y="3328416"/>
            <a:ext cx="7315" cy="621792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3950208"/>
            <a:ext cx="2368296" cy="1389888"/>
          </a:xfrm>
          <a:prstGeom prst="rect">
            <a:avLst/>
          </a:prstGeom>
          <a:solidFill>
            <a:srgbClr val="F7F8F9"/>
          </a:solidFill>
          <a:ln w="15240">
            <a:solidFill>
              <a:srgbClr val="9C3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3950208"/>
            <a:ext cx="50292" cy="1389888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" y="400507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STOP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78408" y="4352544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abandonment rules written first · one fired at n = 2 · one round voided at zero cells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13732" y="3328416"/>
            <a:ext cx="7315" cy="621792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9584" y="3950208"/>
            <a:ext cx="2368296" cy="1389888"/>
          </a:xfrm>
          <a:prstGeom prst="rect">
            <a:avLst/>
          </a:prstGeom>
          <a:solidFill>
            <a:srgbClr val="F7F8F9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9584" y="3950208"/>
            <a:ext cx="50292" cy="13898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3730752" y="400507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3730752" y="4352544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per-arm symbol signature, against a negative control that has to answer no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66076" y="3328416"/>
            <a:ext cx="7315" cy="621792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81928" y="3950208"/>
            <a:ext cx="2368296" cy="1389888"/>
          </a:xfrm>
          <a:prstGeom prst="rect">
            <a:avLst/>
          </a:prstGeom>
          <a:solidFill>
            <a:srgbClr val="F7F8F9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81928" y="3950208"/>
            <a:ext cx="50292" cy="13898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6483096" y="400507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COUNTERS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483096" y="4352544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and paired ingress-RX / egress-TX · kernel drops read zero while bmv2 lost 79.66% internally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034272" y="4279392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spc="4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CARRIES A CHECK THAT CAN STOP IT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four-line minimum, applied to us: we had not named our own binary either.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doc/2026-08-29_bmv2-performance-study.md §3-0, §5-1, §5-2 at b2cd6b5. Not “complete” — bounded, and the bounds were written before the runs.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2026-09-02T13:34:24Z</dcterms:created>
  <dcterms:modified xsi:type="dcterms:W3CDTF">2026-09-02T13:34:24Z</dcterms:modified>
</cp:coreProperties>
</file>