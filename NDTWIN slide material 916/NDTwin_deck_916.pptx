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NDTwin Network Digital Twin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789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Outside Decide What to Test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777240" y="3986784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58704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　·　2026-09-16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DRIVE THE TESTS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DRIVE THE TESTS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335024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72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063240"/>
                <a:gridCol w="2788920"/>
                <a:gridCol w="24505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requirement comes 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drives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PROGRAMS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exercises in p4lang/tutorials — written by other people, and not for 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exercise against 16 capability dimensions, then NDTwin against the same 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real gaps · 2 findings only a foreign program exposes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PEOPLE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operators' motives — inherit, rush a paper, follow the handbook, collide, push traffic, restart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each one at the machine and watch which untested pair of assumptions it crosses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nights · 11 rounds · dozens of defects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358384"/>
          <a:ext cx="10637215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3027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claim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test we write walks the path its author already thought of — an outside requirement walks somewhere else, and that is where the defects live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REQUIREMENTS FROM OUTSIDE PROGRAMS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p4-tutorials/_hires/fig_t1_requirements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65" y="548640"/>
            <a:ext cx="11498164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REQUIREMENTS FROM OUTSIDE PROGRAMS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p4-tutorials/_hires/fig_t2_gap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87" y="548640"/>
            <a:ext cx="10140121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REQUIREMENTS FROM OUTSIDE PROGRAMS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p4-tutorials/_hires/fig_t3a_silent_z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934" y="548640"/>
            <a:ext cx="5605753" cy="5705856"/>
          </a:xfrm>
          <a:prstGeom prst="rect">
            <a:avLst/>
          </a:prstGeom>
        </p:spPr>
      </p:pic>
      <p:pic>
        <p:nvPicPr>
          <p:cNvPr id="4" name="Image 1" descr="/sessions/hopeful-sharp-hopper/mnt/Desktop/NDTwin slide material/NDTWIN slide material 916/generator/../figures/p4-tutorials/_hires/fig_t3b_election_wi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548640"/>
            <a:ext cx="5605753" cy="57058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REQUIREMENTS FROM OUTSIDE PROGRAMS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p4-tutorials/_hires/fig_t4_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808318"/>
            <a:ext cx="11521440" cy="5186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m1_hunt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47" y="548640"/>
            <a:ext cx="11266801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m2_persona_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640" y="548640"/>
            <a:ext cx="9670415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f1_successor_fi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864141"/>
            <a:ext cx="11521440" cy="3074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f2_successor_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539985"/>
            <a:ext cx="11521440" cy="3723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f3_restart_cyc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539985"/>
            <a:ext cx="11521440" cy="3723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f4_second_ope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539985"/>
            <a:ext cx="11521440" cy="3723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f5_traffic_pus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539985"/>
            <a:ext cx="11521440" cy="3723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f6_grad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864141"/>
            <a:ext cx="11521440" cy="3074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REQUIREMENTS FROM OUTSIDE PEOPLE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f7_manual_foll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864141"/>
            <a:ext cx="11521440" cy="3074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THE ROLES FOUND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r2_empty_but_confi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669394"/>
            <a:ext cx="11521440" cy="5464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THE ROLES FOUND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r3_two_doors_one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984288"/>
            <a:ext cx="11521440" cy="4834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THE ROLES FOUND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r4_claim_race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660132"/>
            <a:ext cx="11521440" cy="54828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THE ROLES FOUND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r12_stolen_mar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771271"/>
            <a:ext cx="11521440" cy="5260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THE ROLES FOUND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hunt/fig_r10_sampling_in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47" y="548640"/>
            <a:ext cx="11266801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FLAG, TWO MEANINGS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335024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7215" cy="914400"/>
        </p:xfrm>
        <a:graphic>
          <a:graphicData uri="http://schemas.openxmlformats.org/drawingml/2006/table">
            <a:tbl>
              <a:tblPr/>
              <a:tblGrid>
                <a:gridCol w="4892040"/>
                <a:gridCol w="5742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writes is_up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mean by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power API — powerOff, after the helper confirms the process is dead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decision: I commanded it off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1 Hz liveness worker, and the topology poll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observation: it answers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529584"/>
          <a:ext cx="10637215" cy="914400"/>
        </p:xfrm>
        <a:graphic>
          <a:graphicData uri="http://schemas.openxmlformats.org/drawingml/2006/table">
            <a:tbl>
              <a:tblPr/>
              <a:tblGrid>
                <a:gridCol w="4892040"/>
                <a:gridCol w="57424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one bit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is_up written back to 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0.3–1.5 s after the command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it stays 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8–13 s · 18 of 18 across both arms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equally dead switches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commanded reads OFF · crashed reads 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check for “something died”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same bit on both sides — it can never fire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admin_state (command) + reachable (probe)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trunk since 09-05, and published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77240" y="6345936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two-arm run, 9 each, at 7e8d91e0 (merged 85c1a159); raw at audit-raw 19e3ab88. Ruling at b57736cd; on trunk via cdc8dad9.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02_loss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930" y="548640"/>
            <a:ext cx="10953835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04_poll_resurr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919457"/>
            <a:ext cx="11521440" cy="49642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07_nothing_goes_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799056"/>
            <a:ext cx="11521440" cy="5205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08_delete_reports_g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021335"/>
            <a:ext cx="11521440" cy="47604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09_ghost_r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113951"/>
            <a:ext cx="11521440" cy="45752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10_accidentally_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060" y="548640"/>
            <a:ext cx="11485574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11_counter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604562"/>
            <a:ext cx="11521440" cy="55940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baseline-bugs/fig_b_topology_do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640" y="548640"/>
            <a:ext cx="9670415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· MEASURED 09-04 · BEFORE THE FIX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0904/_hires/fig1_declared_vs_real_link_fail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441" y="548640"/>
            <a:ext cx="8840814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· MEASURED 09-04 · BEFORE THE FIX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0904/_hires/fig2_shutdown_southbound_wr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032218"/>
            <a:ext cx="11521440" cy="4738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· MEASURED 09-04 · BEFORE THE FIX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0904/_hires/fig3_dispatch_counters_vs_switch_tr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062" y="548640"/>
            <a:ext cx="8219572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· MEASURED 09-04 · BEFORE THE FIX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0904/_hires/fig6_endpoint_latency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500" y="548640"/>
            <a:ext cx="6790696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BASELINE DEFECTS WE FIXED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0904/_hires/fig4_group_install_delete_rea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68" y="548640"/>
            <a:ext cx="11275959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1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892" y="548640"/>
            <a:ext cx="9885912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2_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989" y="548640"/>
            <a:ext cx="11195717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3_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989" y="548640"/>
            <a:ext cx="11195717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4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095428"/>
            <a:ext cx="11521440" cy="4612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5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521462"/>
            <a:ext cx="11521440" cy="3760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6_ap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785" y="548640"/>
            <a:ext cx="10500126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7_nt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280660"/>
            <a:ext cx="11521440" cy="42418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8_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989" y="548640"/>
            <a:ext cx="11195717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TOOL WE BUILT — NOT BASELINE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ndt-commands/fig_c9_rele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8" y="1521462"/>
            <a:ext cx="11521440" cy="3760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WHERE IT STANDS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fixed-since-903/fig_h1_fixed_since_9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47" y="548640"/>
            <a:ext cx="11266801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WHERE IT STANDS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335024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03120"/>
          <a:ext cx="10637215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6931152"/>
              </a:tblGrid>
              <a:tr h="91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fixes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trunk, and on the default branch of both public repositories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branches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— the 29 that were open on 09-08 all merged on 09-10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· ~140 lines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unlocks basic: the first tutorial exercise that would run unchanged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345936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cross-checked two ways on 09-15: unauthenticated compare API reports behind_by 0 for both repositories. A single git ls-remote returned a stale answer and is not sufficient on its own.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WHERE IT STANDS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METHOD ADMITS ABOUT ITSELF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335024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83664"/>
          <a:ext cx="10637215" cy="914400"/>
        </p:xfrm>
        <a:graphic>
          <a:graphicData uri="http://schemas.openxmlformats.org/drawingml/2006/table">
            <a:tbl>
              <a:tblPr/>
              <a:tblGrid>
                <a:gridCol w="4343400"/>
                <a:gridCol w="62910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its own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reconnaissance guesses wrong a 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hypotheses are read out of source by an agent that has run nothing · 09-11: 27 confirmed, 12 refuted, 8 unreachable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instruments certify themselves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in one night — a miscount, a colour code splitting a token, a scan matching itself ⇒ prove the instrument can see a known thing before believing its zero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 can be worse than the defect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rewrote the note to read “lab free”, so the lab declared itself empty while carrying traffic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does not mean verified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 grid read as the fixes are verified is worse than no grid” — the coverage table answers who is fixing, not whether it is fixed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skews toward what we were told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whole night's findings land inside the five things he pointed at, the tests only walked his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role findings are not independently re-run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live numbers are the role's own; the person filing them did not repeat the 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dispatches and raw are not in version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scratch/ is git-ignored, so this batch's tickets, reports and logs do not travel with the repository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8872" marR="118872" marT="82296" marB="82296" anchor="t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WHERE IT STANDS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16/generator/../figures/overnight-0904/_hires/fig5_path_switch_count_st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886" y="548640"/>
            <a:ext cx="6761923" cy="5705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2026-09-16T04:40:01Z</dcterms:created>
  <dcterms:modified xsi:type="dcterms:W3CDTF">2026-09-16T04:40:01Z</dcterms:modified>
</cp:coreProperties>
</file>