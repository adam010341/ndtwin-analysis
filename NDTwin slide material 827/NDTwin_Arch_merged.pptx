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NDTwin: A Framework for Network Digital Twins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19456" y="841248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NDTwin Apps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600200" y="658368"/>
            <a:ext cx="135331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36776" y="65836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Traffic-engineering App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72384" y="658368"/>
            <a:ext cx="135331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65836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Energy-saving App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98848" y="7772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73752" y="658368"/>
            <a:ext cx="19293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658368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(using simulation for prediction and optimal control)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12864" y="658368"/>
            <a:ext cx="206654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65836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(using AI/ML model inference for prediction and optimal control)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8872" y="1463040"/>
            <a:ext cx="9043416" cy="3658"/>
          </a:xfrm>
          <a:prstGeom prst="line">
            <a:avLst/>
          </a:prstGeom>
          <a:noFill/>
          <a:ln w="12700">
            <a:solidFill>
              <a:srgbClr val="80808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9162288" y="603504"/>
            <a:ext cx="3658" cy="6035040"/>
          </a:xfrm>
          <a:prstGeom prst="line">
            <a:avLst/>
          </a:prstGeom>
          <a:noFill/>
          <a:ln w="12700">
            <a:solidFill>
              <a:srgbClr val="80808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727448" y="1316736"/>
            <a:ext cx="7315" cy="27432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65176" y="1627632"/>
            <a:ext cx="8513064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6824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NDTwin Kernel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" y="1975104"/>
            <a:ext cx="245973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975104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configuration and power manager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19272" y="1975104"/>
            <a:ext cx="24048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19751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registration and coordination manager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53328" y="1975104"/>
            <a:ext cx="24048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9904" y="19751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to tasks translator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2615184"/>
            <a:ext cx="245973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2615184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routing manager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28416" y="2615184"/>
            <a:ext cx="24048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61518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request and reply manager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99048" y="2615184"/>
            <a:ext cx="24048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35624" y="261518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 and flow monitor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" y="3255264"/>
            <a:ext cx="24048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325526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cache manager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3255264"/>
            <a:ext cx="241401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74136" y="3255264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and other events handler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99048" y="3255264"/>
            <a:ext cx="24048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35624" y="325526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information and link bandwidth usage collector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90888" y="10058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NDTwin Tools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445752" y="1627632"/>
            <a:ext cx="253288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82328" y="1627632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LLM (fine-tuning)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445752" y="2029968"/>
            <a:ext cx="253288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82328" y="2029968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On-line LLM (e.g., ChatGPT)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445752" y="2432304"/>
            <a:ext cx="253288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82328" y="2432304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platform manager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445752" y="2834640"/>
            <a:ext cx="253288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82328" y="2834640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traffic visualizer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445752" y="3236976"/>
            <a:ext cx="253288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82328" y="3236976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GUI (supporting intent inputs)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445752" y="3639312"/>
            <a:ext cx="253288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82328" y="3639312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state recorder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805672" y="2734056"/>
            <a:ext cx="640080" cy="7315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874520" y="4315968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11096" y="4315968"/>
            <a:ext cx="2258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SDN controller (Ryu)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46320" y="4315968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82896" y="4315968"/>
            <a:ext cx="2258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proxy agent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040380" y="3877056"/>
            <a:ext cx="7315" cy="438912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012180" y="3877056"/>
            <a:ext cx="7315" cy="438912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2016252" y="393192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103620" y="393192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 flipV="1">
            <a:off x="1005840" y="3877056"/>
            <a:ext cx="7315" cy="129844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 flipV="1">
            <a:off x="4526280" y="3877056"/>
            <a:ext cx="7315" cy="129844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 flipV="1">
            <a:off x="8046720" y="3877056"/>
            <a:ext cx="7315" cy="129844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1078992" y="39319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sFlow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99432" y="39319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sFlow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903720" y="3931920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sFlow (synthesised)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194560" y="4736592"/>
            <a:ext cx="7315" cy="438912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069080" y="4736592"/>
            <a:ext cx="7315" cy="438912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858000" y="4736592"/>
            <a:ext cx="7315" cy="438912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7" name="Text 65"/>
          <p:cNvSpPr/>
          <p:nvPr/>
        </p:nvSpPr>
        <p:spPr>
          <a:xfrm>
            <a:off x="2267712" y="47548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OpenFlow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142232" y="47548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OpenFlow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806440" y="4754880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P4Runtime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0" y="5047488"/>
            <a:ext cx="9189720" cy="365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4320" y="5175504"/>
            <a:ext cx="2560320" cy="1280160"/>
          </a:xfrm>
          <a:prstGeom prst="cloud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207008" y="5779008"/>
            <a:ext cx="54864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207008" y="5596128"/>
            <a:ext cx="658368" cy="1828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847088" y="5705856"/>
            <a:ext cx="54864" cy="23774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66928" y="5541264"/>
            <a:ext cx="69494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03504" y="554126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vSwitch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207008" y="5833872"/>
            <a:ext cx="69494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243584" y="583387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vSwitch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847088" y="5468112"/>
            <a:ext cx="69494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883664" y="546811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vSwitch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82880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Emulated Network (Mininet)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3246120" y="5175504"/>
            <a:ext cx="2560320" cy="1280160"/>
          </a:xfrm>
          <a:prstGeom prst="cloud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178808" y="5779008"/>
            <a:ext cx="54864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178808" y="5596128"/>
            <a:ext cx="658368" cy="1828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818888" y="5705856"/>
            <a:ext cx="54864" cy="23774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538728" y="5541264"/>
            <a:ext cx="69494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575304" y="554126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switch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178808" y="5833872"/>
            <a:ext cx="69494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215384" y="583387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switch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818888" y="5468112"/>
            <a:ext cx="69494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855464" y="546811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switch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3154680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Network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6217920" y="5175504"/>
            <a:ext cx="2560320" cy="1280160"/>
          </a:xfrm>
          <a:prstGeom prst="cloud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150608" y="5779008"/>
            <a:ext cx="54864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150608" y="5596128"/>
            <a:ext cx="658368" cy="1828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790688" y="5705856"/>
            <a:ext cx="54864" cy="23774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10528" y="5541264"/>
            <a:ext cx="69494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547104" y="554126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bmv2 switch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7150608" y="5833872"/>
            <a:ext cx="69494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187184" y="583387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bmv2 switch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7790688" y="5468112"/>
            <a:ext cx="69494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827264" y="546811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bmv2 switch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126480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Emulated Network (Mininet, bmv2)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2839212" y="5760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5811012" y="5760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9427464" y="5632704"/>
            <a:ext cx="25328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464040" y="5632704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traffic generator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8814816" y="5824728"/>
            <a:ext cx="612648" cy="7315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headEnd type="triangle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2026-08-21T07:42:57Z</dcterms:created>
  <dcterms:modified xsi:type="dcterms:W3CDTF">2026-08-21T07:42:57Z</dcterms:modified>
</cp:coreProperties>
</file>