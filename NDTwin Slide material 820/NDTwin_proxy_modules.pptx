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P4 proxy agent, module by module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11480" y="493776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files. One of them talks to the switches, two of them talk to the kernel, and one holds all the state.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77240" y="859536"/>
            <a:ext cx="106527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8778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NDTwin Kernel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40480" y="877824"/>
            <a:ext cx="7470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/ndt/* HTTP API   ·   sFlow collector on UDP 6343   ·   unchanged by this work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11457432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931920" y="1426464"/>
            <a:ext cx="7315" cy="85953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78224" y="14630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Ryu-compatible REST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kernel polls, unmodified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 flipV="1">
            <a:off x="10104120" y="1426464"/>
            <a:ext cx="7315" cy="859536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760720" y="14447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/ndt/ push — switch entered, link failure and recovery, destination paths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 flipV="1">
            <a:off x="11155680" y="1426464"/>
            <a:ext cx="7315" cy="3163824"/>
          </a:xfrm>
          <a:prstGeom prst="line">
            <a:avLst/>
          </a:prstGeom>
          <a:noFill/>
          <a:ln w="1778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760720" y="16459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sFlow v5, synthesised — straight into the collector on UDP 6343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77240" y="2011680"/>
            <a:ext cx="10652760" cy="3401568"/>
          </a:xfrm>
          <a:prstGeom prst="rect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1920240"/>
            <a:ext cx="2926080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190195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proxy agent   ·   FastAPI / uvicorn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0120" y="2286000"/>
            <a:ext cx="1600200" cy="2944368"/>
          </a:xfrm>
          <a:prstGeom prst="rect">
            <a:avLst/>
          </a:prstGeom>
          <a:solidFill>
            <a:srgbClr val="F7F8F9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3317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24128" y="2560320"/>
            <a:ext cx="147218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Startup.</a:t>
            </a:r>
            <a:endParaRPr lang="en-US" sz="750" dirty="0"/>
          </a:p>
          <a:p>
            <a:pPr algn="ctr" indent="0" marL="0">
              <a:lnSpc>
                <a:spcPct val="94000"/>
              </a:lnSpc>
              <a:buNone/>
            </a:pPr>
            <a:endParaRPr lang="en-US" sz="75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all ten switch</a:t>
            </a:r>
            <a:endParaRPr lang="en-US" sz="75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at once,</a:t>
            </a:r>
            <a:endParaRPr lang="en-US" sz="75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every box on</a:t>
            </a:r>
            <a:endParaRPr lang="en-US" sz="75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page, and wires</a:t>
            </a:r>
            <a:endParaRPr lang="en-US" sz="75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callbacks between</a:t>
            </a:r>
            <a:endParaRPr lang="en-US" sz="75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05840" y="50109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 lines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60320" y="2761488"/>
            <a:ext cx="274320" cy="7315"/>
          </a:xfrm>
          <a:prstGeom prst="line">
            <a:avLst/>
          </a:prstGeom>
          <a:noFill/>
          <a:ln w="13970">
            <a:solidFill>
              <a:srgbClr val="065A82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560320" y="3941064"/>
            <a:ext cx="274320" cy="7315"/>
          </a:xfrm>
          <a:prstGeom prst="line">
            <a:avLst/>
          </a:prstGeom>
          <a:noFill/>
          <a:ln w="13970">
            <a:solidFill>
              <a:srgbClr val="065A82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60320" y="4946904"/>
            <a:ext cx="274320" cy="7315"/>
          </a:xfrm>
          <a:prstGeom prst="line">
            <a:avLst/>
          </a:prstGeom>
          <a:noFill/>
          <a:ln w="13970">
            <a:solidFill>
              <a:srgbClr val="065A82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34640" y="2286000"/>
            <a:ext cx="2331720" cy="960120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33172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api_routes.py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98648" y="2560320"/>
            <a:ext cx="22037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door in.</a:t>
            </a:r>
            <a:endParaRPr lang="en-US" sz="80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/v1.0/topology/*  ·  /stats/flowentry/*</a:t>
            </a:r>
            <a:endParaRPr lang="en-US" sz="80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/stats/flow/&lt;dpid&gt;  ·  /p4/*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80360" y="30266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366 lines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440680" y="2286000"/>
            <a:ext cx="19659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3317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ryu_topology.py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0" y="25054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338 lines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40680" y="2807208"/>
            <a:ext cx="1965960" cy="438912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85292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ryu_flow_stats.py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0" y="302666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lines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166360" y="2505456"/>
            <a:ext cx="27432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166360" y="3026664"/>
            <a:ext cx="274320" cy="7315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479792" y="2286000"/>
            <a:ext cx="274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699248" y="2340864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only, no state.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turn the graph into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JSON Ryu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have returned.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9464040" y="2286000"/>
            <a:ext cx="13258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2331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kernel_notifier.py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528048" y="2560320"/>
            <a:ext cx="119786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Northbound push.</a:t>
            </a:r>
            <a:endParaRPr lang="en-US" sz="80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/ndt/ calls</a:t>
            </a:r>
            <a:endParaRPr lang="en-US" sz="80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 used to make.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509760" y="30266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 lines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 flipV="1">
            <a:off x="10104120" y="3246120"/>
            <a:ext cx="7315" cy="32004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138160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events, paths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834640" y="3566160"/>
            <a:ext cx="7818120" cy="749808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3611880"/>
            <a:ext cx="7726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topology_manager.py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898648" y="3840480"/>
            <a:ext cx="7690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 state. The networkx graph, BFS routing, the LLDP beacon sender and its watchdog,</a:t>
            </a:r>
            <a:endParaRPr lang="en-US" sz="85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translation from a Ryu flow rule into a P4 table entry.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880360" y="4096512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1516 lines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931920" y="3246120"/>
            <a:ext cx="7315" cy="32004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4078224" y="3273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state, installs rules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834640" y="4590288"/>
            <a:ext cx="3840480" cy="713232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0360" y="46360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p4_client.py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898648" y="486460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switch. P4Runtime gRPC, the clone session, and the split of</a:t>
            </a:r>
            <a:endParaRPr lang="en-US" sz="80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packet_in on its reason field.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880360" y="508406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755 lines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931920" y="4315968"/>
            <a:ext cx="7315" cy="27432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4078224" y="43434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writes  ·  LLDP beacons out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 flipV="1">
            <a:off x="6035040" y="4315968"/>
            <a:ext cx="7315" cy="27432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181344" y="43434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= LLDP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9464040" y="4590288"/>
            <a:ext cx="1828800" cy="713232"/>
          </a:xfrm>
          <a:prstGeom prst="rect">
            <a:avLst/>
          </a:prstGeom>
          <a:solidFill>
            <a:srgbClr val="EEF3F6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09760" y="46360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sflow_emitter.py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528048" y="486460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datagram byte-compatible</a:t>
            </a:r>
            <a:endParaRPr lang="en-US" sz="750" dirty="0"/>
          </a:p>
          <a:p>
            <a:pPr algn="ctr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what OVS sends.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509760" y="50840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448 lines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675120" y="4946904"/>
            <a:ext cx="2788920" cy="7315"/>
          </a:xfrm>
          <a:prstGeom prst="line">
            <a:avLst/>
          </a:prstGeom>
          <a:noFill/>
          <a:ln w="1778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6821424" y="4663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= sample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754880" y="5413248"/>
            <a:ext cx="7315" cy="384048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4901184" y="544068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P4Runtime gRPC — one connection per switch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11480" y="5596128"/>
            <a:ext cx="11457432" cy="0"/>
          </a:xfrm>
          <a:prstGeom prst="line">
            <a:avLst/>
          </a:prstGeom>
          <a:noFill/>
          <a:ln w="12700">
            <a:solidFill>
              <a:srgbClr val="80808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2743200" y="5797296"/>
            <a:ext cx="6675120" cy="896112"/>
          </a:xfrm>
          <a:prstGeom prst="cloud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54680" y="60167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Emulated network (Mininet)   —   bmv2 simple_switch_grpc × 10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646920" y="5797296"/>
            <a:ext cx="2221992" cy="896112"/>
          </a:xfrm>
          <a:prstGeom prst="rect">
            <a:avLst/>
          </a:prstGeom>
          <a:solidFill>
            <a:srgbClr val="F7F8F9"/>
          </a:solidFill>
          <a:ln w="12700">
            <a:solidFill>
              <a:srgbClr val="9A9A9A"/>
            </a:solidFill>
            <a:prstDash val="dash"/>
          </a:ln>
        </p:spPr>
      </p:sp>
      <p:sp>
        <p:nvSpPr>
          <p:cNvPr id="70" name="Text 68"/>
          <p:cNvSpPr/>
          <p:nvPr/>
        </p:nvSpPr>
        <p:spPr>
          <a:xfrm>
            <a:off x="9747504" y="5833872"/>
            <a:ext cx="2020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setting/…Topology*.json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by the emitter for its agent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and by the kernel for the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graph. An address the kernel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recognise becomes</a:t>
            </a:r>
            <a:endParaRPr lang="en-US" sz="7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attributed to nothing.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 flipV="1">
            <a:off x="10881360" y="5303520"/>
            <a:ext cx="7315" cy="493776"/>
          </a:xfrm>
          <a:prstGeom prst="line">
            <a:avLst/>
          </a:prstGeom>
          <a:noFill/>
          <a:ln w="13970">
            <a:solidFill>
              <a:srgbClr val="9A9A9A"/>
            </a:solidFill>
            <a:prstDash val="dash"/>
            <a:tailEnd type="triangle"/>
          </a:ln>
        </p:spPr>
      </p:sp>
      <p:sp>
        <p:nvSpPr>
          <p:cNvPr id="72" name="Text 70"/>
          <p:cNvSpPr/>
          <p:nvPr/>
        </p:nvSpPr>
        <p:spPr>
          <a:xfrm>
            <a:off x="411480" y="58704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above the kernel line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changes. The proxy answers in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Ryu's shapes and manufactures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4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telemetry bmv2 never sends.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411480" y="6583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counts are current file sizes at cc249c8, not diff counts.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2026-08-19T18:12:43Z</dcterms:created>
  <dcterms:modified xsi:type="dcterms:W3CDTF">2026-08-19T18:12:43Z</dcterms:modified>
</cp:coreProperties>
</file>