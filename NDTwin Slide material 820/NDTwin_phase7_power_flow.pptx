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7: switching a bmv2 node off, and getting it back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off is one step. Powering on is four, because a restarted bmv2 comes back with no memory of ever having been adopted.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46120" y="969264"/>
            <a:ext cx="5669280" cy="347472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64992" y="969264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/ndt/set_switches_power_state?action=…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80760" y="1316736"/>
            <a:ext cx="7315" cy="16459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481328"/>
            <a:ext cx="539496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481328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80960" y="1481328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377440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= off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= 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773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OFF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1975104"/>
            <a:ext cx="3017520" cy="438912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0025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getVertexIsUp(node) == false 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2194560"/>
            <a:ext cx="2779776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already off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94760" y="2194560"/>
            <a:ext cx="1828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31336" y="201168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977640" y="2029968"/>
            <a:ext cx="1417320" cy="329184"/>
          </a:xfrm>
          <a:prstGeom prst="rect">
            <a:avLst/>
          </a:prstGeom>
          <a:solidFill>
            <a:srgbClr val="FFFFFF"/>
          </a:solidFill>
          <a:ln w="17145">
            <a:solidFill>
              <a:srgbClr val="4F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0299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7764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do, and saying so is accurate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0" y="2414016"/>
            <a:ext cx="7315" cy="25603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359152" y="24323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7240" y="2670048"/>
            <a:ext cx="3017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2706624"/>
            <a:ext cx="2779776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-n  ndtwin-p4-power  off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2967777"/>
            <a:ext cx="2779776" cy="35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SIGTERMs the one PID the manifest names for this switch — after re-verifying that PID still is that switch — and exits 0 only once the process is gone.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794760" y="3008376"/>
            <a:ext cx="1828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831336" y="282549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977640" y="2843784"/>
            <a:ext cx="1417320" cy="329184"/>
          </a:xfrm>
          <a:prstGeom prst="rect">
            <a:avLst/>
          </a:prstGeom>
          <a:solidFill>
            <a:srgbClr val="FBF2F0"/>
          </a:solidFill>
          <a:ln w="17145">
            <a:solidFill>
              <a:srgbClr val="9C3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843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3191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running is left up. Marking it down over a failed kill would hide a live switch.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286000" y="3346704"/>
            <a:ext cx="7315" cy="25603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359152" y="33649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7240" y="3602736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360273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setVertexDown(node)   →   success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4187952"/>
            <a:ext cx="4617720" cy="74980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224528"/>
            <a:ext cx="4379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twin observes after this follows honestly: the stream dies with the process, the probe starts failing, and the watchdog reroutes around the switch. That is the acceptance criterion — the other nine keep forwarding.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97880" y="1773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97880" y="1975104"/>
            <a:ext cx="3566160" cy="438912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200253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getVertexIsUp(node) == true 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16752" y="2194560"/>
            <a:ext cx="3328416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already up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464040" y="2194560"/>
            <a:ext cx="1828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500616" y="201168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646920" y="2029968"/>
            <a:ext cx="1783080" cy="329184"/>
          </a:xfrm>
          <a:prstGeom prst="rect">
            <a:avLst/>
          </a:prstGeom>
          <a:solidFill>
            <a:srgbClr val="FBF2F0"/>
          </a:solidFill>
          <a:ln w="17145">
            <a:solidFill>
              <a:srgbClr val="9C3B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46920" y="20299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46920" y="237744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defect. For about ten seconds after a power-off this fires wrongly — the 1 Hz liveness worker has already flipped the dead switch back to up. Returns 200 in 0.01 s and does nothing. Wait 15 s.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680960" y="2414016"/>
            <a:ext cx="7315" cy="25603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754112" y="24323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97880" y="2670048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2706624"/>
            <a:ext cx="3328416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-n  ndtwin-p4-power  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16752" y="2919496"/>
            <a:ext cx="3328416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Relaunches from the manifest and exits 0 only once bmv2 is accepting gRPC. That is where the helper’s knowledge ends.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680960" y="3236976"/>
            <a:ext cx="7315" cy="23774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7754112" y="32552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897880" y="3474720"/>
            <a:ext cx="3566160" cy="603504"/>
          </a:xfrm>
          <a:prstGeom prst="rect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511296"/>
            <a:ext cx="332841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/p4/readopt/{dpid}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16752" y="3740262"/>
            <a:ext cx="332841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--fail-with-body, not -f — plain -f discards the body, and the body is the only place the failing step is named.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646920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step exists at all. A restarted bmv2 comes back with no pipeline, no clone session, no table entries and no mastership — and the probe cannot tell, because it is a unary RPC answered without any pipeline loaded. Skip it and the twin certifies Up a switch that cannot forward one packet.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680960" y="4078224"/>
            <a:ext cx="7315" cy="20116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897880" y="4279392"/>
            <a:ext cx="3566160" cy="1298448"/>
          </a:xfrm>
          <a:prstGeom prst="rect">
            <a:avLst/>
          </a:prstGeom>
          <a:solidFill>
            <a:srgbClr val="F7F8F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431596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named steps, in this order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016752" y="45354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mastership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104888" y="45354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 after a 1 s settle. Not granted → 502, and the switch is not touched.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016752" y="47914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pipeline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104888" y="47914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set_forwarding_pipeline_config() → 502 on any error.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16752" y="50474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clone session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104888" y="5047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costs telemetry, not the switch — it forwards, it just reports zero.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16752" y="53035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routes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104888" y="5303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writes refused after the pipeline was accepted → 502; the tables are empty.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464040" y="4928616"/>
            <a:ext cx="18288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500616" y="474573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646920" y="4764024"/>
            <a:ext cx="1783080" cy="329184"/>
          </a:xfrm>
          <a:prstGeom prst="rect">
            <a:avLst/>
          </a:prstGeom>
          <a:solidFill>
            <a:srgbClr val="FBF2F0"/>
          </a:solidFill>
          <a:ln w="17145">
            <a:solidFill>
              <a:srgbClr val="9C3B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46920" y="47640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9C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502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646920" y="5111496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vertex is not marked up. Recover by retrying the readopt directly — it is the only call that re-attempts the adoption. Do not repeat the power-on: the process is up, so liveness marks the switch up within a second and the retry returns success without re-attempting anything.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680960" y="5577840"/>
            <a:ext cx="7315" cy="23774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7754112" y="55961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897880" y="5815584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16752" y="5815584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setVertexUp(node)   →   success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77240" y="6327648"/>
            <a:ext cx="10652760" cy="38404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0120" y="63276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acceptance: held off 135 s  ·  power-on to fully re-adopted 1.50 s  ·  678 readings at 10 Hz  ·  0 of them wrongly showed it up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903720" y="63276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Residual, stated rather than hidden: re-adoption reports “adopted, routes not yet installed” for about 30 s while LLDP rediscovers the links.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2026-08-19T18:57:51Z</dcterms:created>
  <dcterms:modified xsi:type="dcterms:W3CDTF">2026-08-19T18:57:51Z</dcterms:modified>
</cp:coreProperties>
</file>