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57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Liveness: how the twin decides a bmv2 switch is alive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kinds of evidence, and a verdict that is allowed to come back “cannot tell”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GATHERED BY THE PROXY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77240" y="1225296"/>
            <a:ext cx="4206240" cy="566928"/>
          </a:xfrm>
          <a:prstGeom prst="rect">
            <a:avLst/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271016"/>
            <a:ext cx="3950208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p4_client.probe()  — every 2 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05256" y="1486083"/>
            <a:ext cx="39502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GetForwardingPipelineConfig with COOKIE_ONLY: the cheapest request P4Runtime has,</a:t>
            </a:r>
            <a:endParaRPr lang="en-US" sz="7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real answer from the switch.   →  probe_ok, probe_age_s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32120" y="1225296"/>
            <a:ext cx="4206240" cy="566928"/>
          </a:xfrm>
          <a:prstGeom prst="rect">
            <a:avLst/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0136" y="1271016"/>
            <a:ext cx="3950208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LLDP beacon arrives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0136" y="1486083"/>
            <a:ext cx="39502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packet_in with reason = LLDP, recorded unconditionally rather than</a:t>
            </a:r>
            <a:endParaRPr lang="en-US" sz="7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when the edge is new.   →  last_lldp_age_s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80360" y="1792224"/>
            <a:ext cx="7315" cy="18288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1792224"/>
            <a:ext cx="7315" cy="18288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1975104"/>
            <a:ext cx="475488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1975104"/>
            <a:ext cx="7315" cy="20116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17520" y="2176272"/>
            <a:ext cx="4480560" cy="347472"/>
          </a:xfrm>
          <a:prstGeom prst="rect">
            <a:avLst/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2176272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/p4/switch_state   —   evidence, not a verdict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57800" y="2523744"/>
            <a:ext cx="7315" cy="237744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413248" y="25237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kernel polls this and decides — nothing above this line changes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2761488"/>
            <a:ext cx="11457432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589520" y="28163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DECIDED BY THE KERNEL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417320" y="3017520"/>
            <a:ext cx="3931920" cy="493776"/>
          </a:xfrm>
          <a:prstGeom prst="rect">
            <a:avLst/>
          </a:prstGeom>
          <a:solidFill>
            <a:srgbClr val="F7F8F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45336" y="3054096"/>
            <a:ext cx="3675888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probe_ok  is absent or not a boolean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45336" y="3274284"/>
            <a:ext cx="3675888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probe of this switch has completed yet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49240" y="3264408"/>
            <a:ext cx="155448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440680" y="3063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903720" y="3081528"/>
            <a:ext cx="2011680" cy="365760"/>
          </a:xfrm>
          <a:prstGeom prst="rect">
            <a:avLst/>
          </a:prstGeom>
          <a:solidFill>
            <a:srgbClr val="FFFFFF"/>
          </a:solidFill>
          <a:ln w="13970">
            <a:solidFill>
              <a:srgbClr val="4F4F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3081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89720" y="295351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Down here would mark the whole fabric dead for the first seconds of every run.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383280" y="3511296"/>
            <a:ext cx="7315" cy="219456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456432" y="35295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417320" y="3730752"/>
            <a:ext cx="3931920" cy="493776"/>
          </a:xfrm>
          <a:prstGeom prst="rect">
            <a:avLst/>
          </a:prstGeom>
          <a:solidFill>
            <a:srgbClr val="F7F8F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45336" y="3767328"/>
            <a:ext cx="3675888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probe_ok == true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545336" y="3987516"/>
            <a:ext cx="3675888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RPC was round-tripped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49240" y="3977640"/>
            <a:ext cx="155448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440680" y="37764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03720" y="3794760"/>
            <a:ext cx="2011680" cy="365760"/>
          </a:xfrm>
          <a:prstGeom prst="rect">
            <a:avLst/>
          </a:prstGeom>
          <a:solidFill>
            <a:srgbClr val="EEF3F6"/>
          </a:solidFill>
          <a:ln w="2032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189720" y="366674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signal that proves a bmv2 process is serving. gRPC channel state was rejected: it sits in IDLE until something forces a connection.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83280" y="4224528"/>
            <a:ext cx="7315" cy="219456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3456432" y="42428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417320" y="4443984"/>
            <a:ext cx="3931920" cy="493776"/>
          </a:xfrm>
          <a:prstGeom prst="rect">
            <a:avLst/>
          </a:prstGeom>
          <a:solidFill>
            <a:srgbClr val="F7F8F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45336" y="4480560"/>
            <a:ext cx="3675888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probe_age_s  &gt;  15 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545336" y="4700748"/>
            <a:ext cx="3675888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kProbeStaleSeconds — the last probe result is stale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349240" y="4690872"/>
            <a:ext cx="155448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5440680" y="44897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903720" y="4507992"/>
            <a:ext cx="2011680" cy="365760"/>
          </a:xfrm>
          <a:prstGeom prst="rect">
            <a:avLst/>
          </a:prstGeom>
          <a:solidFill>
            <a:srgbClr val="FFFFFF"/>
          </a:solidFill>
          <a:ln w="13970">
            <a:solidFill>
              <a:srgbClr val="4F4F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4507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189720" y="437997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proxy’s poller has stalled. That is a fact about the poller, not about the switch.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383280" y="4937760"/>
            <a:ext cx="7315" cy="219456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3456432" y="49560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417320" y="5157216"/>
            <a:ext cx="3931920" cy="493776"/>
          </a:xfrm>
          <a:prstGeom prst="rect">
            <a:avLst/>
          </a:prstGeom>
          <a:solidFill>
            <a:srgbClr val="F7F8F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45336" y="5193792"/>
            <a:ext cx="3675888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last_lldp_age_s  ≤  12 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545336" y="5413980"/>
            <a:ext cx="3675888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kLldpFreshSeconds — a beacon arrived after the probe failed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49240" y="5404104"/>
            <a:ext cx="155448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5440680" y="52029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903720" y="5221224"/>
            <a:ext cx="2011680" cy="365760"/>
          </a:xfrm>
          <a:prstGeom prst="rect">
            <a:avLst/>
          </a:prstGeom>
          <a:solidFill>
            <a:srgbClr val="FFFFFF"/>
          </a:solidFill>
          <a:ln w="13970">
            <a:solidFill>
              <a:srgbClr val="4F4F4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03720" y="52212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189720" y="509320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bmv2 can answer control-plane RPCs while forwarding badly, and a loaded switch can miss one deadline while forwarding well. Fresh beacon against failed probe is a disagreement, not a verdict.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383280" y="5650992"/>
            <a:ext cx="7315" cy="219456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3456432" y="56692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417320" y="5870448"/>
            <a:ext cx="3931920" cy="402336"/>
          </a:xfrm>
          <a:prstGeom prst="rect">
            <a:avLst/>
          </a:prstGeom>
          <a:solidFill>
            <a:srgbClr val="FFFFFF"/>
          </a:solidFill>
          <a:ln w="20320">
            <a:solidFill>
              <a:srgbClr val="9C3B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17320" y="58704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  —   asked, and nothing else disagreed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189720" y="57972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fail to know, and only one way to be told a switch is dead.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77240" y="6327648"/>
            <a:ext cx="10652760" cy="347472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0120" y="63276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 →  setVertexUp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069080" y="63276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9C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  →  setVertexDown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178040" y="6327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 →  the graph is not touched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57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Failover: what turns a missing beacon into a new route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bmv2 raises no link-down signal, so the absence of a packet the proxy sent itself is the only evidence there 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05840" y="969264"/>
            <a:ext cx="6035040" cy="512064"/>
          </a:xfrm>
          <a:prstGeom prst="rect">
            <a:avLst/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1014984"/>
            <a:ext cx="5779008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 out   —   every 5 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" y="1204813"/>
            <a:ext cx="5779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TopologyManager sends one LLDP frame out of every port of every switch, as a packet_out.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023360" y="1481328"/>
            <a:ext cx="7315" cy="146304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05840" y="1627632"/>
            <a:ext cx="6035040" cy="512064"/>
          </a:xfrm>
          <a:prstGeom prst="rect">
            <a:avLst/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1673352"/>
            <a:ext cx="5779008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 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" y="1863181"/>
            <a:ext cx="5779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neighbour’s pipeline sends it to the CPU port. It arrives as packet_in with reason = LLDP,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stamps the arrival time of that one link direction.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0" y="2139696"/>
            <a:ext cx="7315" cy="146304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05840" y="2286000"/>
            <a:ext cx="6035040" cy="384048"/>
          </a:xfrm>
          <a:prstGeom prst="rect">
            <a:avLst/>
          </a:prstGeom>
          <a:solidFill>
            <a:srgbClr val="F7F8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286000"/>
            <a:ext cx="5779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pass   —   every 5 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2670048"/>
            <a:ext cx="7315" cy="27432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05840" y="2944368"/>
            <a:ext cx="6035040" cy="512064"/>
          </a:xfrm>
          <a:prstGeom prst="rect">
            <a:avLst/>
          </a:prstGeom>
          <a:solidFill>
            <a:srgbClr val="F7F8F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980944"/>
            <a:ext cx="5779008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 −  last beacon   &gt;   15 s   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" y="3210641"/>
            <a:ext cx="5779008" cy="22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missed beacons. A link that has never spoken at all gets 30 s instead.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98080" y="28529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three and not one. One interval of tolerance would report a failure every time a scan landed just before a beacon did — and a flapping link report is worse than a slow one, because each one tears the edge out of the graph and recomputes every path.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005840" y="3200400"/>
            <a:ext cx="-384048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200400"/>
            <a:ext cx="38404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2478024"/>
            <a:ext cx="0" cy="722376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2478024"/>
            <a:ext cx="384048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40080" y="299923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023360" y="3456432"/>
            <a:ext cx="7315" cy="146304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096512" y="347472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005840" y="3602736"/>
            <a:ext cx="60350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3856" y="3648456"/>
            <a:ext cx="5779008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link’s belief flips to down, and the kernel is told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3856" y="3838285"/>
            <a:ext cx="5779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/ndt/link_failure_detected, retried on every following pass until the kernel accepts it — a kernel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happened to be restarting would otherwise cost the notification permanently.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023360" y="4114800"/>
            <a:ext cx="7315" cy="146304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" y="4261104"/>
            <a:ext cx="6035040" cy="548640"/>
          </a:xfrm>
          <a:prstGeom prst="rect">
            <a:avLst/>
          </a:prstGeom>
          <a:solidFill>
            <a:srgbClr val="F7F8F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33856" y="4297680"/>
            <a:ext cx="5779008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inbound link of that switch went quiet, and  probe_ok  is still true  ?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33856" y="4546397"/>
            <a:ext cx="5779008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this is a switch-level symptom, not a link failure — report it, but leave its links in the routing graph.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040880" y="4535424"/>
            <a:ext cx="347472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077456" y="43159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88352" y="4334256"/>
            <a:ext cx="1874520" cy="402336"/>
          </a:xfrm>
          <a:prstGeom prst="rect">
            <a:avLst/>
          </a:prstGeom>
          <a:solidFill>
            <a:srgbClr val="FFFFFF"/>
          </a:solidFill>
          <a:ln w="17145">
            <a:solidFill>
              <a:srgbClr val="9C3B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88352" y="433425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reported, not rerouted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418320" y="3986784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measured failure mode. Taking a bmv2 interface down stalls that switch’s whole packet-in path, so every link into it falls silent at once — one real break produced five down directions, three of them healthy links whose beacons simply had nowhere to be delivered. Reporting may over-report safely; reprogramming may not.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023360" y="4809744"/>
            <a:ext cx="7315" cy="1097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4096512" y="481888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05840" y="4919472"/>
            <a:ext cx="6035040" cy="512064"/>
          </a:xfrm>
          <a:prstGeom prst="rect">
            <a:avLst/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33856" y="4965192"/>
            <a:ext cx="5779008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install_initial_routes()   —   reprogram first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33856" y="5155021"/>
            <a:ext cx="5779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over the graph with the down endpoints removed, so a reinstall cannot recompute the same route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into the broken link. insert_ipv4_route falls back to MODIFY, so the pass is idempotent.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5431536"/>
            <a:ext cx="7315" cy="146304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05840" y="5577840"/>
            <a:ext cx="6035040" cy="475488"/>
          </a:xfrm>
          <a:prstGeom prst="rect">
            <a:avLst/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33856" y="5623560"/>
            <a:ext cx="5779008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push_destination_paths()   —   announce second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33856" y="5796564"/>
            <a:ext cx="5779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/ndt/inform_all_destination_paths. The kernel’s own pull runs every 60 s, so this only buys latency.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98080" y="5376672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is the point. The push advertises the routes that are installed, so announcing first would publish a snapshot that is honest and already out of date — and the corrected one would not arrive until the next transition.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77240" y="6291072"/>
            <a:ext cx="10652760" cy="38404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629107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costs between the timeout and the timeout plus one scan — 15 to 20 s by the constants, 10.7 to 14 s measured. Which of those two is right is not yet settled, and tuning the timer before it is would leave us unable to say what moved.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2026-08-19T18:49:37Z</dcterms:created>
  <dcterms:modified xsi:type="dcterms:W3CDTF">2026-08-19T18:49:37Z</dcterms:modified>
</cp:coreProperties>
</file>